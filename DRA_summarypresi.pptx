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29" r:id="rId3"/>
    <p:sldId id="336" r:id="rId4"/>
    <p:sldId id="352" r:id="rId5"/>
    <p:sldId id="351" r:id="rId6"/>
    <p:sldId id="353" r:id="rId7"/>
    <p:sldId id="269" r:id="rId8"/>
    <p:sldId id="332" r:id="rId9"/>
    <p:sldId id="33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77"/>
    <p:restoredTop sz="94643"/>
  </p:normalViewPr>
  <p:slideViewPr>
    <p:cSldViewPr snapToGrid="0">
      <p:cViewPr varScale="1">
        <p:scale>
          <a:sx n="91" d="100"/>
          <a:sy n="91" d="100"/>
        </p:scale>
        <p:origin x="20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>
    <a:gradFill flip="none" rotWithShape="1">
      <a:gsLst>
        <a:gs pos="65000">
          <a:schemeClr val="accent3">
            <a:lumMod val="88000"/>
            <a:alpha val="0"/>
          </a:schemeClr>
        </a:gs>
        <a:gs pos="0">
          <a:srgbClr val="F6E1CE">
            <a:alpha val="79986"/>
          </a:srgbClr>
        </a:gs>
        <a:gs pos="38000">
          <a:srgbClr val="EEBAE0">
            <a:alpha val="35168"/>
          </a:srgbClr>
        </a:gs>
        <a:gs pos="88000">
          <a:schemeClr val="bg1">
            <a:lumMod val="95000"/>
          </a:schemeClr>
        </a:gs>
      </a:gsLst>
      <a:path path="circle">
        <a:fillToRect l="50000" t="50000" r="50000" b="50000"/>
      </a:path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>
    <a:gradFill flip="none" rotWithShape="1">
      <a:gsLst>
        <a:gs pos="65000">
          <a:schemeClr val="accent3">
            <a:lumMod val="88000"/>
            <a:alpha val="0"/>
          </a:schemeClr>
        </a:gs>
        <a:gs pos="0">
          <a:srgbClr val="F6E1CE">
            <a:alpha val="79986"/>
          </a:srgbClr>
        </a:gs>
        <a:gs pos="38000">
          <a:srgbClr val="EEBAE0">
            <a:alpha val="35168"/>
          </a:srgbClr>
        </a:gs>
        <a:gs pos="88000">
          <a:schemeClr val="bg1">
            <a:lumMod val="95000"/>
          </a:schemeClr>
        </a:gs>
      </a:gsLst>
      <a:path path="circle">
        <a:fillToRect l="50000" t="50000" r="50000" b="50000"/>
      </a:path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>
    <a:gradFill flip="none" rotWithShape="1">
      <a:gsLst>
        <a:gs pos="65000">
          <a:schemeClr val="accent3">
            <a:lumMod val="88000"/>
            <a:alpha val="0"/>
          </a:schemeClr>
        </a:gs>
        <a:gs pos="0">
          <a:srgbClr val="F6E1CE">
            <a:alpha val="79986"/>
          </a:srgbClr>
        </a:gs>
        <a:gs pos="38000">
          <a:srgbClr val="EEBAE0">
            <a:alpha val="35168"/>
          </a:srgbClr>
        </a:gs>
        <a:gs pos="88000">
          <a:schemeClr val="bg1">
            <a:lumMod val="95000"/>
          </a:schemeClr>
        </a:gs>
      </a:gsLst>
      <a:path path="circle">
        <a:fillToRect l="50000" t="50000" r="50000" b="50000"/>
      </a:path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>
    <a:gradFill flip="none" rotWithShape="1">
      <a:gsLst>
        <a:gs pos="65000">
          <a:schemeClr val="accent3">
            <a:lumMod val="88000"/>
            <a:alpha val="0"/>
          </a:schemeClr>
        </a:gs>
        <a:gs pos="0">
          <a:srgbClr val="F6E1CE">
            <a:alpha val="79986"/>
          </a:srgbClr>
        </a:gs>
        <a:gs pos="38000">
          <a:srgbClr val="EEBAE0">
            <a:alpha val="35168"/>
          </a:srgbClr>
        </a:gs>
        <a:gs pos="88000">
          <a:schemeClr val="bg1">
            <a:lumMod val="95000"/>
          </a:schemeClr>
        </a:gs>
      </a:gsLst>
      <a:path path="circle">
        <a:fillToRect l="50000" t="50000" r="50000" b="50000"/>
      </a:path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>
    <a:gradFill flip="none" rotWithShape="1">
      <a:gsLst>
        <a:gs pos="65000">
          <a:schemeClr val="accent3">
            <a:lumMod val="88000"/>
            <a:alpha val="0"/>
          </a:schemeClr>
        </a:gs>
        <a:gs pos="0">
          <a:srgbClr val="F6E1CE">
            <a:alpha val="79986"/>
          </a:srgbClr>
        </a:gs>
        <a:gs pos="38000">
          <a:srgbClr val="EEBAE0">
            <a:alpha val="35168"/>
          </a:srgbClr>
        </a:gs>
        <a:gs pos="88000">
          <a:schemeClr val="bg1">
            <a:lumMod val="95000"/>
          </a:schemeClr>
        </a:gs>
      </a:gsLst>
      <a:path path="circle">
        <a:fillToRect l="50000" t="50000" r="50000" b="50000"/>
      </a:path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>
    <a:gradFill flip="none" rotWithShape="1">
      <a:gsLst>
        <a:gs pos="65000">
          <a:schemeClr val="accent3">
            <a:lumMod val="88000"/>
            <a:alpha val="0"/>
          </a:schemeClr>
        </a:gs>
        <a:gs pos="0">
          <a:srgbClr val="F6E1CE">
            <a:alpha val="79986"/>
          </a:srgbClr>
        </a:gs>
        <a:gs pos="38000">
          <a:srgbClr val="EEBAE0">
            <a:alpha val="35168"/>
          </a:srgbClr>
        </a:gs>
        <a:gs pos="88000">
          <a:schemeClr val="bg1">
            <a:lumMod val="95000"/>
          </a:schemeClr>
        </a:gs>
      </a:gsLst>
      <a:path path="circle">
        <a:fillToRect l="50000" t="50000" r="50000" b="50000"/>
      </a:path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C3D7CAA-2C59-494A-B2C3-DF9D1C169C58}" type="doc">
      <dgm:prSet loTypeId="urn:microsoft.com/office/officeart/2005/8/layout/chevron1" loCatId="" qsTypeId="urn:microsoft.com/office/officeart/2005/8/quickstyle/simple2" qsCatId="simple" csTypeId="urn:microsoft.com/office/officeart/2005/8/colors/accent1_2" csCatId="accent1" phldr="1"/>
      <dgm:spPr/>
    </dgm:pt>
    <dgm:pt modelId="{8E726B3B-81A1-1E4C-8B21-11E9329E64D4}">
      <dgm:prSet phldrT="[Text]"/>
      <dgm:spPr>
        <a:solidFill>
          <a:schemeClr val="tx1"/>
        </a:solidFill>
        <a:ln>
          <a:solidFill>
            <a:schemeClr val="bg1"/>
          </a:solidFill>
        </a:ln>
      </dgm:spPr>
      <dgm:t>
        <a:bodyPr/>
        <a:lstStyle/>
        <a:p>
          <a:r>
            <a:rPr lang="en-US" b="0">
              <a:ln>
                <a:noFill/>
              </a:ln>
              <a:solidFill>
                <a:schemeClr val="bg1"/>
              </a:solidFill>
            </a:rPr>
            <a:t>Background</a:t>
          </a:r>
        </a:p>
      </dgm:t>
    </dgm:pt>
    <dgm:pt modelId="{40A59471-3528-744B-89EF-19FAE716DCEF}" type="parTrans" cxnId="{20609A07-E281-CF44-A7C2-32DE5618E780}">
      <dgm:prSet/>
      <dgm:spPr/>
      <dgm:t>
        <a:bodyPr/>
        <a:lstStyle/>
        <a:p>
          <a:endParaRPr lang="en-US"/>
        </a:p>
      </dgm:t>
    </dgm:pt>
    <dgm:pt modelId="{94903421-2B70-7D41-A581-AB260D5B5351}" type="sibTrans" cxnId="{20609A07-E281-CF44-A7C2-32DE5618E780}">
      <dgm:prSet/>
      <dgm:spPr/>
      <dgm:t>
        <a:bodyPr/>
        <a:lstStyle/>
        <a:p>
          <a:endParaRPr lang="en-US"/>
        </a:p>
      </dgm:t>
    </dgm:pt>
    <dgm:pt modelId="{8394516C-B636-7A4B-8154-F3B8389130DF}">
      <dgm:prSet phldrT="[Text]"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Hypothesis &amp;  Aims</a:t>
          </a:r>
        </a:p>
      </dgm:t>
    </dgm:pt>
    <dgm:pt modelId="{6240C773-2741-2D47-945E-7F9576EE6E06}" type="parTrans" cxnId="{4B72CC94-EA09-F849-AAEA-3E6EEF831858}">
      <dgm:prSet/>
      <dgm:spPr/>
      <dgm:t>
        <a:bodyPr/>
        <a:lstStyle/>
        <a:p>
          <a:endParaRPr lang="en-US"/>
        </a:p>
      </dgm:t>
    </dgm:pt>
    <dgm:pt modelId="{E9395BEC-25CC-3940-9C4C-D206489468DA}" type="sibTrans" cxnId="{4B72CC94-EA09-F849-AAEA-3E6EEF831858}">
      <dgm:prSet/>
      <dgm:spPr/>
      <dgm:t>
        <a:bodyPr/>
        <a:lstStyle/>
        <a:p>
          <a:endParaRPr lang="en-US"/>
        </a:p>
      </dgm:t>
    </dgm:pt>
    <dgm:pt modelId="{BE9173F2-310E-2043-9430-966D7A78CCF6}">
      <dgm:prSet/>
      <dgm:spPr>
        <a:solidFill>
          <a:srgbClr val="FED5F1"/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b="1">
              <a:solidFill>
                <a:schemeClr val="tx1"/>
              </a:solidFill>
            </a:rPr>
            <a:t>Methods</a:t>
          </a:r>
        </a:p>
      </dgm:t>
    </dgm:pt>
    <dgm:pt modelId="{8A5FA4A0-0A61-9544-92EA-074DB0737AB7}" type="parTrans" cxnId="{C3E3ACE5-9750-364C-A3CC-577348EE5EF4}">
      <dgm:prSet/>
      <dgm:spPr/>
      <dgm:t>
        <a:bodyPr/>
        <a:lstStyle/>
        <a:p>
          <a:endParaRPr lang="en-US"/>
        </a:p>
      </dgm:t>
    </dgm:pt>
    <dgm:pt modelId="{5E84271D-5FA0-4E45-98CE-775C7D7D1159}" type="sibTrans" cxnId="{C3E3ACE5-9750-364C-A3CC-577348EE5EF4}">
      <dgm:prSet/>
      <dgm:spPr/>
      <dgm:t>
        <a:bodyPr/>
        <a:lstStyle/>
        <a:p>
          <a:endParaRPr lang="en-US"/>
        </a:p>
      </dgm:t>
    </dgm:pt>
    <dgm:pt modelId="{B55D64EC-A549-8A41-95F4-365C8464D3B5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Feasibility</a:t>
          </a:r>
        </a:p>
      </dgm:t>
    </dgm:pt>
    <dgm:pt modelId="{284EB499-1542-A34A-A830-AC72814C920C}" type="parTrans" cxnId="{D99E5CF6-3391-C54E-BCFE-0E66AB3021BD}">
      <dgm:prSet/>
      <dgm:spPr/>
      <dgm:t>
        <a:bodyPr/>
        <a:lstStyle/>
        <a:p>
          <a:endParaRPr lang="en-US"/>
        </a:p>
      </dgm:t>
    </dgm:pt>
    <dgm:pt modelId="{C9A0C856-3002-CB41-B367-9C9297AAD1AC}" type="sibTrans" cxnId="{D99E5CF6-3391-C54E-BCFE-0E66AB3021BD}">
      <dgm:prSet/>
      <dgm:spPr/>
      <dgm:t>
        <a:bodyPr/>
        <a:lstStyle/>
        <a:p>
          <a:endParaRPr lang="en-US"/>
        </a:p>
      </dgm:t>
    </dgm:pt>
    <dgm:pt modelId="{4E428FBB-47B1-824D-887F-380DE23B8C99}">
      <dgm:prSet/>
      <dgm:spPr>
        <a:solidFill>
          <a:schemeClr val="tx1">
            <a:lumMod val="50000"/>
          </a:schemeClr>
        </a:solidFill>
      </dgm:spPr>
      <dgm:t>
        <a:bodyPr/>
        <a:lstStyle/>
        <a:p>
          <a:r>
            <a:rPr lang="en-US"/>
            <a:t>Conclusions</a:t>
          </a:r>
        </a:p>
      </dgm:t>
    </dgm:pt>
    <dgm:pt modelId="{1DF6B4F9-442E-C941-8029-F5ED9CF7367A}" type="parTrans" cxnId="{803F9476-059B-A743-820F-6B6C502DBAD5}">
      <dgm:prSet/>
      <dgm:spPr/>
      <dgm:t>
        <a:bodyPr/>
        <a:lstStyle/>
        <a:p>
          <a:endParaRPr lang="en-US"/>
        </a:p>
      </dgm:t>
    </dgm:pt>
    <dgm:pt modelId="{A3BF4B0D-D8D9-D243-89C8-2C322EA5C84D}" type="sibTrans" cxnId="{803F9476-059B-A743-820F-6B6C502DBAD5}">
      <dgm:prSet/>
      <dgm:spPr/>
      <dgm:t>
        <a:bodyPr/>
        <a:lstStyle/>
        <a:p>
          <a:endParaRPr lang="en-US"/>
        </a:p>
      </dgm:t>
    </dgm:pt>
    <dgm:pt modelId="{68F0D3FA-4FE5-2049-BDEB-040E57FECD03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References</a:t>
          </a:r>
        </a:p>
      </dgm:t>
    </dgm:pt>
    <dgm:pt modelId="{9C6B678F-68BB-834E-8AB0-719FD5012966}" type="parTrans" cxnId="{0BC3BA1B-9094-2E48-A721-83B0FB8F2851}">
      <dgm:prSet/>
      <dgm:spPr/>
      <dgm:t>
        <a:bodyPr/>
        <a:lstStyle/>
        <a:p>
          <a:endParaRPr lang="en-US"/>
        </a:p>
      </dgm:t>
    </dgm:pt>
    <dgm:pt modelId="{941C4023-D56B-F54D-88CD-E653AEC6A9C4}" type="sibTrans" cxnId="{0BC3BA1B-9094-2E48-A721-83B0FB8F2851}">
      <dgm:prSet/>
      <dgm:spPr/>
      <dgm:t>
        <a:bodyPr/>
        <a:lstStyle/>
        <a:p>
          <a:endParaRPr lang="en-US"/>
        </a:p>
      </dgm:t>
    </dgm:pt>
    <dgm:pt modelId="{D1CEE0F4-3E2F-3B45-8816-A1BBDED2A418}">
      <dgm:prSet/>
      <dgm:spPr>
        <a:solidFill>
          <a:schemeClr val="bg2">
            <a:lumMod val="10000"/>
          </a:schemeClr>
        </a:solidFill>
      </dgm:spPr>
      <dgm:t>
        <a:bodyPr/>
        <a:lstStyle/>
        <a:p>
          <a:r>
            <a:rPr lang="en-US"/>
            <a:t>Questions</a:t>
          </a:r>
        </a:p>
      </dgm:t>
    </dgm:pt>
    <dgm:pt modelId="{E109BCB8-D76C-344C-A1C9-B7A08FA7F02B}" type="parTrans" cxnId="{D5A34B6B-C8F2-6C4C-98C2-A21F8266ED6A}">
      <dgm:prSet/>
      <dgm:spPr/>
      <dgm:t>
        <a:bodyPr/>
        <a:lstStyle/>
        <a:p>
          <a:endParaRPr lang="en-US"/>
        </a:p>
      </dgm:t>
    </dgm:pt>
    <dgm:pt modelId="{95A03061-F526-124A-AC83-4B884028E4B1}" type="sibTrans" cxnId="{D5A34B6B-C8F2-6C4C-98C2-A21F8266ED6A}">
      <dgm:prSet/>
      <dgm:spPr/>
      <dgm:t>
        <a:bodyPr/>
        <a:lstStyle/>
        <a:p>
          <a:endParaRPr lang="en-US"/>
        </a:p>
      </dgm:t>
    </dgm:pt>
    <dgm:pt modelId="{533B0CC9-8206-5A48-BF90-F6CDBE034808}" type="pres">
      <dgm:prSet presAssocID="{3C3D7CAA-2C59-494A-B2C3-DF9D1C169C58}" presName="Name0" presStyleCnt="0">
        <dgm:presLayoutVars>
          <dgm:dir/>
          <dgm:animLvl val="lvl"/>
          <dgm:resizeHandles val="exact"/>
        </dgm:presLayoutVars>
      </dgm:prSet>
      <dgm:spPr/>
    </dgm:pt>
    <dgm:pt modelId="{81CDE7B8-5257-A44E-97E6-21DED2A61A5A}" type="pres">
      <dgm:prSet presAssocID="{8E726B3B-81A1-1E4C-8B21-11E9329E64D4}" presName="parTxOnly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382EB0DC-747C-4E4C-9847-26AD1CC47C2E}" type="pres">
      <dgm:prSet presAssocID="{94903421-2B70-7D41-A581-AB260D5B5351}" presName="parTxOnlySpace" presStyleCnt="0"/>
      <dgm:spPr/>
    </dgm:pt>
    <dgm:pt modelId="{23FADC77-7B92-0A40-9A94-326BFDB350CD}" type="pres">
      <dgm:prSet presAssocID="{8394516C-B636-7A4B-8154-F3B8389130DF}" presName="parTxOnly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481809B8-8E60-3846-949F-35F5AE249D03}" type="pres">
      <dgm:prSet presAssocID="{E9395BEC-25CC-3940-9C4C-D206489468DA}" presName="parTxOnlySpace" presStyleCnt="0"/>
      <dgm:spPr/>
    </dgm:pt>
    <dgm:pt modelId="{15267417-03D1-BE4E-9285-88C9D3FF5A50}" type="pres">
      <dgm:prSet presAssocID="{BE9173F2-310E-2043-9430-966D7A78CCF6}" presName="parTxOnly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AB67811B-71A2-BE4F-9361-9351522A4697}" type="pres">
      <dgm:prSet presAssocID="{5E84271D-5FA0-4E45-98CE-775C7D7D1159}" presName="parTxOnlySpace" presStyleCnt="0"/>
      <dgm:spPr/>
    </dgm:pt>
    <dgm:pt modelId="{D7BD0846-563F-0E42-B9B0-0F0781816FB2}" type="pres">
      <dgm:prSet presAssocID="{B55D64EC-A549-8A41-95F4-365C8464D3B5}" presName="parTxOnly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E9414EB5-A1FE-CE48-9FC9-EEF5A0088A4D}" type="pres">
      <dgm:prSet presAssocID="{C9A0C856-3002-CB41-B367-9C9297AAD1AC}" presName="parTxOnlySpace" presStyleCnt="0"/>
      <dgm:spPr/>
    </dgm:pt>
    <dgm:pt modelId="{ED19CC60-E0C4-E549-9A06-3C48C88BD792}" type="pres">
      <dgm:prSet presAssocID="{4E428FBB-47B1-824D-887F-380DE23B8C99}" presName="parTxOnly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E6A3914D-9128-0347-9CE5-B7FB367980C0}" type="pres">
      <dgm:prSet presAssocID="{A3BF4B0D-D8D9-D243-89C8-2C322EA5C84D}" presName="parTxOnlySpace" presStyleCnt="0"/>
      <dgm:spPr/>
    </dgm:pt>
    <dgm:pt modelId="{79792932-A3F5-744D-80C3-9C9AD24D9938}" type="pres">
      <dgm:prSet presAssocID="{68F0D3FA-4FE5-2049-BDEB-040E57FECD03}" presName="parTxOnly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46C3BA1A-6DC0-0542-9CB3-7BABBBEA7BC2}" type="pres">
      <dgm:prSet presAssocID="{941C4023-D56B-F54D-88CD-E653AEC6A9C4}" presName="parTxOnlySpace" presStyleCnt="0"/>
      <dgm:spPr/>
    </dgm:pt>
    <dgm:pt modelId="{EE22F344-2A2B-474E-8DD1-EADAACBB7BB8}" type="pres">
      <dgm:prSet presAssocID="{D1CEE0F4-3E2F-3B45-8816-A1BBDED2A418}" presName="parTxOnly" presStyleLbl="node1" presStyleIdx="6" presStyleCnt="7">
        <dgm:presLayoutVars>
          <dgm:chMax val="0"/>
          <dgm:chPref val="0"/>
          <dgm:bulletEnabled val="1"/>
        </dgm:presLayoutVars>
      </dgm:prSet>
      <dgm:spPr/>
    </dgm:pt>
  </dgm:ptLst>
  <dgm:cxnLst>
    <dgm:cxn modelId="{20609A07-E281-CF44-A7C2-32DE5618E780}" srcId="{3C3D7CAA-2C59-494A-B2C3-DF9D1C169C58}" destId="{8E726B3B-81A1-1E4C-8B21-11E9329E64D4}" srcOrd="0" destOrd="0" parTransId="{40A59471-3528-744B-89EF-19FAE716DCEF}" sibTransId="{94903421-2B70-7D41-A581-AB260D5B5351}"/>
    <dgm:cxn modelId="{1628F30A-CED2-2B43-8FF7-9D801B8D9353}" type="presOf" srcId="{BE9173F2-310E-2043-9430-966D7A78CCF6}" destId="{15267417-03D1-BE4E-9285-88C9D3FF5A50}" srcOrd="0" destOrd="0" presId="urn:microsoft.com/office/officeart/2005/8/layout/chevron1"/>
    <dgm:cxn modelId="{40680B15-46C6-744D-B5FE-38067344A0CC}" type="presOf" srcId="{68F0D3FA-4FE5-2049-BDEB-040E57FECD03}" destId="{79792932-A3F5-744D-80C3-9C9AD24D9938}" srcOrd="0" destOrd="0" presId="urn:microsoft.com/office/officeart/2005/8/layout/chevron1"/>
    <dgm:cxn modelId="{0BC3BA1B-9094-2E48-A721-83B0FB8F2851}" srcId="{3C3D7CAA-2C59-494A-B2C3-DF9D1C169C58}" destId="{68F0D3FA-4FE5-2049-BDEB-040E57FECD03}" srcOrd="5" destOrd="0" parTransId="{9C6B678F-68BB-834E-8AB0-719FD5012966}" sibTransId="{941C4023-D56B-F54D-88CD-E653AEC6A9C4}"/>
    <dgm:cxn modelId="{D121982B-BD40-C64B-8094-8BA8B5FF00D4}" type="presOf" srcId="{B55D64EC-A549-8A41-95F4-365C8464D3B5}" destId="{D7BD0846-563F-0E42-B9B0-0F0781816FB2}" srcOrd="0" destOrd="0" presId="urn:microsoft.com/office/officeart/2005/8/layout/chevron1"/>
    <dgm:cxn modelId="{EFA47E2E-EEB1-D44E-8563-ABB6E91A2894}" type="presOf" srcId="{D1CEE0F4-3E2F-3B45-8816-A1BBDED2A418}" destId="{EE22F344-2A2B-474E-8DD1-EADAACBB7BB8}" srcOrd="0" destOrd="0" presId="urn:microsoft.com/office/officeart/2005/8/layout/chevron1"/>
    <dgm:cxn modelId="{09A5F94B-5238-8246-A29D-4BE5C12E4615}" type="presOf" srcId="{3C3D7CAA-2C59-494A-B2C3-DF9D1C169C58}" destId="{533B0CC9-8206-5A48-BF90-F6CDBE034808}" srcOrd="0" destOrd="0" presId="urn:microsoft.com/office/officeart/2005/8/layout/chevron1"/>
    <dgm:cxn modelId="{D5A34B6B-C8F2-6C4C-98C2-A21F8266ED6A}" srcId="{3C3D7CAA-2C59-494A-B2C3-DF9D1C169C58}" destId="{D1CEE0F4-3E2F-3B45-8816-A1BBDED2A418}" srcOrd="6" destOrd="0" parTransId="{E109BCB8-D76C-344C-A1C9-B7A08FA7F02B}" sibTransId="{95A03061-F526-124A-AC83-4B884028E4B1}"/>
    <dgm:cxn modelId="{803F9476-059B-A743-820F-6B6C502DBAD5}" srcId="{3C3D7CAA-2C59-494A-B2C3-DF9D1C169C58}" destId="{4E428FBB-47B1-824D-887F-380DE23B8C99}" srcOrd="4" destOrd="0" parTransId="{1DF6B4F9-442E-C941-8029-F5ED9CF7367A}" sibTransId="{A3BF4B0D-D8D9-D243-89C8-2C322EA5C84D}"/>
    <dgm:cxn modelId="{BFA4857B-5CF9-EC4D-9A13-9A7BE10C9D1F}" type="presOf" srcId="{8E726B3B-81A1-1E4C-8B21-11E9329E64D4}" destId="{81CDE7B8-5257-A44E-97E6-21DED2A61A5A}" srcOrd="0" destOrd="0" presId="urn:microsoft.com/office/officeart/2005/8/layout/chevron1"/>
    <dgm:cxn modelId="{4B72CC94-EA09-F849-AAEA-3E6EEF831858}" srcId="{3C3D7CAA-2C59-494A-B2C3-DF9D1C169C58}" destId="{8394516C-B636-7A4B-8154-F3B8389130DF}" srcOrd="1" destOrd="0" parTransId="{6240C773-2741-2D47-945E-7F9576EE6E06}" sibTransId="{E9395BEC-25CC-3940-9C4C-D206489468DA}"/>
    <dgm:cxn modelId="{52BE61CF-B32B-7A45-A832-D7A6B5BB49A8}" type="presOf" srcId="{4E428FBB-47B1-824D-887F-380DE23B8C99}" destId="{ED19CC60-E0C4-E549-9A06-3C48C88BD792}" srcOrd="0" destOrd="0" presId="urn:microsoft.com/office/officeart/2005/8/layout/chevron1"/>
    <dgm:cxn modelId="{C3E3ACE5-9750-364C-A3CC-577348EE5EF4}" srcId="{3C3D7CAA-2C59-494A-B2C3-DF9D1C169C58}" destId="{BE9173F2-310E-2043-9430-966D7A78CCF6}" srcOrd="2" destOrd="0" parTransId="{8A5FA4A0-0A61-9544-92EA-074DB0737AB7}" sibTransId="{5E84271D-5FA0-4E45-98CE-775C7D7D1159}"/>
    <dgm:cxn modelId="{5126DDE5-86FA-9847-8962-D6C9D6DCF256}" type="presOf" srcId="{8394516C-B636-7A4B-8154-F3B8389130DF}" destId="{23FADC77-7B92-0A40-9A94-326BFDB350CD}" srcOrd="0" destOrd="0" presId="urn:microsoft.com/office/officeart/2005/8/layout/chevron1"/>
    <dgm:cxn modelId="{D99E5CF6-3391-C54E-BCFE-0E66AB3021BD}" srcId="{3C3D7CAA-2C59-494A-B2C3-DF9D1C169C58}" destId="{B55D64EC-A549-8A41-95F4-365C8464D3B5}" srcOrd="3" destOrd="0" parTransId="{284EB499-1542-A34A-A830-AC72814C920C}" sibTransId="{C9A0C856-3002-CB41-B367-9C9297AAD1AC}"/>
    <dgm:cxn modelId="{F84A32F2-4D14-D44F-B7C8-019677E6244D}" type="presParOf" srcId="{533B0CC9-8206-5A48-BF90-F6CDBE034808}" destId="{81CDE7B8-5257-A44E-97E6-21DED2A61A5A}" srcOrd="0" destOrd="0" presId="urn:microsoft.com/office/officeart/2005/8/layout/chevron1"/>
    <dgm:cxn modelId="{ED0CE0BE-AAEA-AF48-A372-905D0F87847B}" type="presParOf" srcId="{533B0CC9-8206-5A48-BF90-F6CDBE034808}" destId="{382EB0DC-747C-4E4C-9847-26AD1CC47C2E}" srcOrd="1" destOrd="0" presId="urn:microsoft.com/office/officeart/2005/8/layout/chevron1"/>
    <dgm:cxn modelId="{2C4F1D5E-5D70-2345-8009-12CC2AC86D79}" type="presParOf" srcId="{533B0CC9-8206-5A48-BF90-F6CDBE034808}" destId="{23FADC77-7B92-0A40-9A94-326BFDB350CD}" srcOrd="2" destOrd="0" presId="urn:microsoft.com/office/officeart/2005/8/layout/chevron1"/>
    <dgm:cxn modelId="{027D6463-BF91-4E45-B7F6-1B263F567102}" type="presParOf" srcId="{533B0CC9-8206-5A48-BF90-F6CDBE034808}" destId="{481809B8-8E60-3846-949F-35F5AE249D03}" srcOrd="3" destOrd="0" presId="urn:microsoft.com/office/officeart/2005/8/layout/chevron1"/>
    <dgm:cxn modelId="{EAE11E06-D1FA-9142-9196-657FC3BCBD76}" type="presParOf" srcId="{533B0CC9-8206-5A48-BF90-F6CDBE034808}" destId="{15267417-03D1-BE4E-9285-88C9D3FF5A50}" srcOrd="4" destOrd="0" presId="urn:microsoft.com/office/officeart/2005/8/layout/chevron1"/>
    <dgm:cxn modelId="{072BEA50-386F-6B4B-973C-EC574E7EB3B0}" type="presParOf" srcId="{533B0CC9-8206-5A48-BF90-F6CDBE034808}" destId="{AB67811B-71A2-BE4F-9361-9351522A4697}" srcOrd="5" destOrd="0" presId="urn:microsoft.com/office/officeart/2005/8/layout/chevron1"/>
    <dgm:cxn modelId="{3F595619-0AE0-244D-8A12-15C8BDC48BD0}" type="presParOf" srcId="{533B0CC9-8206-5A48-BF90-F6CDBE034808}" destId="{D7BD0846-563F-0E42-B9B0-0F0781816FB2}" srcOrd="6" destOrd="0" presId="urn:microsoft.com/office/officeart/2005/8/layout/chevron1"/>
    <dgm:cxn modelId="{FFF26E77-08D7-614C-9C0A-BA4544B7A276}" type="presParOf" srcId="{533B0CC9-8206-5A48-BF90-F6CDBE034808}" destId="{E9414EB5-A1FE-CE48-9FC9-EEF5A0088A4D}" srcOrd="7" destOrd="0" presId="urn:microsoft.com/office/officeart/2005/8/layout/chevron1"/>
    <dgm:cxn modelId="{BAAF4827-BB5F-A345-BD83-3926A12B7C56}" type="presParOf" srcId="{533B0CC9-8206-5A48-BF90-F6CDBE034808}" destId="{ED19CC60-E0C4-E549-9A06-3C48C88BD792}" srcOrd="8" destOrd="0" presId="urn:microsoft.com/office/officeart/2005/8/layout/chevron1"/>
    <dgm:cxn modelId="{C844BBFF-E7B6-CA40-9C02-9BD5C8A313FA}" type="presParOf" srcId="{533B0CC9-8206-5A48-BF90-F6CDBE034808}" destId="{E6A3914D-9128-0347-9CE5-B7FB367980C0}" srcOrd="9" destOrd="0" presId="urn:microsoft.com/office/officeart/2005/8/layout/chevron1"/>
    <dgm:cxn modelId="{D88AE42B-8414-E948-B974-288EB4D1B43B}" type="presParOf" srcId="{533B0CC9-8206-5A48-BF90-F6CDBE034808}" destId="{79792932-A3F5-744D-80C3-9C9AD24D9938}" srcOrd="10" destOrd="0" presId="urn:microsoft.com/office/officeart/2005/8/layout/chevron1"/>
    <dgm:cxn modelId="{D08FE6C8-50A2-1746-8AA1-01B8AB6A1480}" type="presParOf" srcId="{533B0CC9-8206-5A48-BF90-F6CDBE034808}" destId="{46C3BA1A-6DC0-0542-9CB3-7BABBBEA7BC2}" srcOrd="11" destOrd="0" presId="urn:microsoft.com/office/officeart/2005/8/layout/chevron1"/>
    <dgm:cxn modelId="{87FC7F42-2C5A-7C4B-B3BE-0ED46F70204F}" type="presParOf" srcId="{533B0CC9-8206-5A48-BF90-F6CDBE034808}" destId="{EE22F344-2A2B-474E-8DD1-EADAACBB7BB8}" srcOrd="12" destOrd="0" presId="urn:microsoft.com/office/officeart/2005/8/layout/chevron1"/>
  </dgm:cxnLst>
  <dgm:bg>
    <a:gradFill flip="none" rotWithShape="1">
      <a:gsLst>
        <a:gs pos="65000">
          <a:schemeClr val="accent3">
            <a:lumMod val="88000"/>
            <a:alpha val="0"/>
          </a:schemeClr>
        </a:gs>
        <a:gs pos="0">
          <a:srgbClr val="F6E1CE">
            <a:alpha val="79986"/>
          </a:srgbClr>
        </a:gs>
        <a:gs pos="38000">
          <a:srgbClr val="EEBAE0">
            <a:alpha val="35168"/>
          </a:srgbClr>
        </a:gs>
        <a:gs pos="88000">
          <a:schemeClr val="bg1">
            <a:lumMod val="95000"/>
          </a:schemeClr>
        </a:gs>
      </a:gsLst>
      <a:path path="circle">
        <a:fillToRect l="50000" t="50000" r="50000" b="50000"/>
      </a:path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DE7B8-5257-A44E-97E6-21DED2A61A5A}">
      <dsp:nvSpPr>
        <dsp:cNvPr id="0" name=""/>
        <dsp:cNvSpPr/>
      </dsp:nvSpPr>
      <dsp:spPr>
        <a:xfrm>
          <a:off x="0" y="74634"/>
          <a:ext cx="1124828" cy="449931"/>
        </a:xfrm>
        <a:prstGeom prst="chevron">
          <a:avLst/>
        </a:prstGeom>
        <a:solidFill>
          <a:schemeClr val="tx1"/>
        </a:solidFill>
        <a:ln w="254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0" kern="1200">
              <a:ln>
                <a:noFill/>
              </a:ln>
              <a:solidFill>
                <a:schemeClr val="bg1"/>
              </a:solidFill>
            </a:rPr>
            <a:t>Background</a:t>
          </a:r>
        </a:p>
      </dsp:txBody>
      <dsp:txXfrm>
        <a:off x="224966" y="74634"/>
        <a:ext cx="674897" cy="449931"/>
      </dsp:txXfrm>
    </dsp:sp>
    <dsp:sp modelId="{23FADC77-7B92-0A40-9A94-326BFDB350CD}">
      <dsp:nvSpPr>
        <dsp:cNvPr id="0" name=""/>
        <dsp:cNvSpPr/>
      </dsp:nvSpPr>
      <dsp:spPr>
        <a:xfrm>
          <a:off x="1012345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Hypothesis &amp;  Aims</a:t>
          </a:r>
        </a:p>
      </dsp:txBody>
      <dsp:txXfrm>
        <a:off x="1237311" y="74634"/>
        <a:ext cx="674897" cy="449931"/>
      </dsp:txXfrm>
    </dsp:sp>
    <dsp:sp modelId="{15267417-03D1-BE4E-9285-88C9D3FF5A50}">
      <dsp:nvSpPr>
        <dsp:cNvPr id="0" name=""/>
        <dsp:cNvSpPr/>
      </dsp:nvSpPr>
      <dsp:spPr>
        <a:xfrm>
          <a:off x="2024691" y="74634"/>
          <a:ext cx="1124828" cy="449931"/>
        </a:xfrm>
        <a:prstGeom prst="chevron">
          <a:avLst/>
        </a:prstGeom>
        <a:solidFill>
          <a:srgbClr val="FED5F1"/>
        </a:solidFill>
        <a:ln w="254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>
              <a:solidFill>
                <a:schemeClr val="tx1"/>
              </a:solidFill>
            </a:rPr>
            <a:t>Methods</a:t>
          </a:r>
        </a:p>
      </dsp:txBody>
      <dsp:txXfrm>
        <a:off x="2249657" y="74634"/>
        <a:ext cx="674897" cy="449931"/>
      </dsp:txXfrm>
    </dsp:sp>
    <dsp:sp modelId="{D7BD0846-563F-0E42-B9B0-0F0781816FB2}">
      <dsp:nvSpPr>
        <dsp:cNvPr id="0" name=""/>
        <dsp:cNvSpPr/>
      </dsp:nvSpPr>
      <dsp:spPr>
        <a:xfrm>
          <a:off x="3037037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Feasibility</a:t>
          </a:r>
        </a:p>
      </dsp:txBody>
      <dsp:txXfrm>
        <a:off x="3262003" y="74634"/>
        <a:ext cx="674897" cy="449931"/>
      </dsp:txXfrm>
    </dsp:sp>
    <dsp:sp modelId="{ED19CC60-E0C4-E549-9A06-3C48C88BD792}">
      <dsp:nvSpPr>
        <dsp:cNvPr id="0" name=""/>
        <dsp:cNvSpPr/>
      </dsp:nvSpPr>
      <dsp:spPr>
        <a:xfrm>
          <a:off x="4049382" y="74634"/>
          <a:ext cx="1124828" cy="449931"/>
        </a:xfrm>
        <a:prstGeom prst="chevron">
          <a:avLst/>
        </a:prstGeom>
        <a:solidFill>
          <a:schemeClr val="tx1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Conclusions</a:t>
          </a:r>
        </a:p>
      </dsp:txBody>
      <dsp:txXfrm>
        <a:off x="4274348" y="74634"/>
        <a:ext cx="674897" cy="449931"/>
      </dsp:txXfrm>
    </dsp:sp>
    <dsp:sp modelId="{79792932-A3F5-744D-80C3-9C9AD24D9938}">
      <dsp:nvSpPr>
        <dsp:cNvPr id="0" name=""/>
        <dsp:cNvSpPr/>
      </dsp:nvSpPr>
      <dsp:spPr>
        <a:xfrm>
          <a:off x="5061728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References</a:t>
          </a:r>
        </a:p>
      </dsp:txBody>
      <dsp:txXfrm>
        <a:off x="5286694" y="74634"/>
        <a:ext cx="674897" cy="449931"/>
      </dsp:txXfrm>
    </dsp:sp>
    <dsp:sp modelId="{EE22F344-2A2B-474E-8DD1-EADAACBB7BB8}">
      <dsp:nvSpPr>
        <dsp:cNvPr id="0" name=""/>
        <dsp:cNvSpPr/>
      </dsp:nvSpPr>
      <dsp:spPr>
        <a:xfrm>
          <a:off x="6074074" y="74634"/>
          <a:ext cx="1124828" cy="449931"/>
        </a:xfrm>
        <a:prstGeom prst="chevron">
          <a:avLst/>
        </a:prstGeom>
        <a:solidFill>
          <a:schemeClr val="bg2">
            <a:lumMod val="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Questions</a:t>
          </a:r>
        </a:p>
      </dsp:txBody>
      <dsp:txXfrm>
        <a:off x="6299040" y="74634"/>
        <a:ext cx="674897" cy="449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B661E3-F9D6-2D4E-85A2-EFF2EE19C9A6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788E5-A03E-A845-883F-5FF1242A9C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48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>
          <a:extLst>
            <a:ext uri="{FF2B5EF4-FFF2-40B4-BE49-F238E27FC236}">
              <a16:creationId xmlns:a16="http://schemas.microsoft.com/office/drawing/2014/main" id="{DD39400D-DE9E-C21D-47E3-95526AD9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54dda1946d_6_344:notes">
            <a:extLst>
              <a:ext uri="{FF2B5EF4-FFF2-40B4-BE49-F238E27FC236}">
                <a16:creationId xmlns:a16="http://schemas.microsoft.com/office/drawing/2014/main" id="{DB3AE658-A3FA-19D6-E3F9-1191D070EB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54dda1946d_6_344:notes">
            <a:extLst>
              <a:ext uri="{FF2B5EF4-FFF2-40B4-BE49-F238E27FC236}">
                <a16:creationId xmlns:a16="http://schemas.microsoft.com/office/drawing/2014/main" id="{D09C261A-5A6C-E163-C388-EA7698489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9655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a72c9198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a72c91985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61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520D80C1-7F64-66D2-9A8A-2012BF01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a72c91985_0_110:notes">
            <a:extLst>
              <a:ext uri="{FF2B5EF4-FFF2-40B4-BE49-F238E27FC236}">
                <a16:creationId xmlns:a16="http://schemas.microsoft.com/office/drawing/2014/main" id="{1A24579D-08A1-2915-C784-7CB372C71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a72c91985_0_110:notes">
            <a:extLst>
              <a:ext uri="{FF2B5EF4-FFF2-40B4-BE49-F238E27FC236}">
                <a16:creationId xmlns:a16="http://schemas.microsoft.com/office/drawing/2014/main" id="{2BF7A1E1-AA96-FC4A-2730-676D06706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101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BA4EB200-D2DB-62EC-7C7C-FEEDE6C6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a72c91985_0_110:notes">
            <a:extLst>
              <a:ext uri="{FF2B5EF4-FFF2-40B4-BE49-F238E27FC236}">
                <a16:creationId xmlns:a16="http://schemas.microsoft.com/office/drawing/2014/main" id="{88B12302-411A-DBE9-536E-5D67EABAEF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a72c91985_0_110:notes">
            <a:extLst>
              <a:ext uri="{FF2B5EF4-FFF2-40B4-BE49-F238E27FC236}">
                <a16:creationId xmlns:a16="http://schemas.microsoft.com/office/drawing/2014/main" id="{7BF0763A-54DD-79C2-3E21-7A123CF37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5664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074F7651-8CF9-4BF1-A4EB-8C89A9BC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a72c91985_0_110:notes">
            <a:extLst>
              <a:ext uri="{FF2B5EF4-FFF2-40B4-BE49-F238E27FC236}">
                <a16:creationId xmlns:a16="http://schemas.microsoft.com/office/drawing/2014/main" id="{A5ECBC49-4D88-B106-3C40-8D3519EC2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a72c91985_0_110:notes">
            <a:extLst>
              <a:ext uri="{FF2B5EF4-FFF2-40B4-BE49-F238E27FC236}">
                <a16:creationId xmlns:a16="http://schemas.microsoft.com/office/drawing/2014/main" id="{B1C8553D-31F6-C1D8-040D-A2B9C9C193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185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a72c91985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a72c91985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</a:rPr>
              <a:t>Simple linear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C00000"/>
                </a:solidFill>
              </a:rPr>
              <a:t>Retains variance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A70BC60D-E8B6-BE64-38B2-4FBC5DE7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a72c91985_0_110:notes">
            <a:extLst>
              <a:ext uri="{FF2B5EF4-FFF2-40B4-BE49-F238E27FC236}">
                <a16:creationId xmlns:a16="http://schemas.microsoft.com/office/drawing/2014/main" id="{93C08763-13B3-2EA9-BB56-15DF78D2B6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a72c91985_0_110:notes">
            <a:extLst>
              <a:ext uri="{FF2B5EF4-FFF2-40B4-BE49-F238E27FC236}">
                <a16:creationId xmlns:a16="http://schemas.microsoft.com/office/drawing/2014/main" id="{78DA59C7-A26C-0F77-CC65-230E29F68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5198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62419D1E-F63D-70CF-4441-E0BB8159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a72c91985_0_110:notes">
            <a:extLst>
              <a:ext uri="{FF2B5EF4-FFF2-40B4-BE49-F238E27FC236}">
                <a16:creationId xmlns:a16="http://schemas.microsoft.com/office/drawing/2014/main" id="{0C40A3C3-CBDD-558D-EC14-D1A35FBFFF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a72c91985_0_110:notes">
            <a:extLst>
              <a:ext uri="{FF2B5EF4-FFF2-40B4-BE49-F238E27FC236}">
                <a16:creationId xmlns:a16="http://schemas.microsoft.com/office/drawing/2014/main" id="{E0430CFE-B869-624D-35A6-E0013ED2C9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11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5332-DE46-0B70-4255-8B3CAE1C3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C1841-B428-9878-2C12-0DF8EB519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52CDE-6DA9-8160-F663-435F5042D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79359-104F-B9C6-3AA8-C5EA6278E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DE274-753C-D0EE-8D2C-EA76B843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25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C32A8-7153-76E3-9A92-BACD6FF5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D8081-5DB8-93DF-F95B-2B512DB64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7AC1F-7817-83B7-5C00-83693755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45D1A-DBD2-8B3B-5F98-7FA07A8CD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C6CBE-E7BB-8D3D-F214-5CC6AF5C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99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5C4B-83F0-56D2-FCA7-B65888DF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E1532-54D6-6431-F97D-C6E21626F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15109-1638-935A-50BA-013E9EA51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8BE4D-3C72-49F7-11F4-BBD80BE5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CAE71-1BA9-1E46-3A10-06D5B2FF3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1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B032-6B4B-3056-64CC-784D297D7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FCBE3-9458-46E7-0B29-475DB33AC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DDF67-8617-5315-E07F-8FDD13E1F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989C-892C-3641-C7F2-D8E3D401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B7C77-1FB9-E11B-A56E-4E1138130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775E5-25AC-17C0-211F-4BF48BD5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4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67AD-ADC6-BC72-7C29-9C6423CE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69003-07F9-F2C6-2E02-595EAB8B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9F018-4125-3209-C289-7D2721D7C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E70DD-299E-60D7-202B-D038862EC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BD91E-FB1D-974C-04E3-67E90F8E77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6EBD99-4213-13FC-EA1F-AC4AEDBE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06A090-C852-65AF-FCC2-5952DE115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1A838-E260-ED5B-7A07-584D2578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94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61AD-135C-88D9-657E-2C498F09C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9EC5C-48A7-2132-5646-B283CBF2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A02FA-A8FA-3418-D266-3749565A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EF859-ADE5-0210-C945-5385655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122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AF7AD-D1DC-7BCC-AEEA-FA837D824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27C577-4CF5-A46C-7CA8-97DBDF53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5B19E-61B8-D619-B537-D4A99C3F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3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625D-FE5E-8401-9E2F-099E04DF4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BD6DD-9AE0-F025-2D9C-31A44C8AB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98460-9700-7073-ECFA-70ECE604F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46A8A-6856-960C-5033-380929AA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46F33-06EE-F996-3830-D29C9D17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78475D-5901-F714-B8B6-C2C598D3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2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B143-18BB-FF0F-5A2B-8704DE9FC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32672-0C19-695E-7E41-25CEBB943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429BA-C7A9-86A6-8142-8DA3688CB5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A8AA3-1591-1C33-AC78-19412BBDF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4968E-2871-1553-0AA2-74E8B3FB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C396E-34B7-144B-BE40-47DF1CBE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8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1967-AE68-FC4C-0C90-F4131B1BD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F3E4C-081D-E4CC-7406-41BC3DCF3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932D3-FB2B-364D-FE8A-90E4BBCF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ABCB9-5D22-2F23-533D-7641D9C6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7D8D5-885D-6B82-634A-F57D0EB5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57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35475B-FB1A-E49B-D351-9A74E0DE5E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ED4DF-A1B4-7F1B-99D1-7B96BFF82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9E940-1BA3-0968-1D41-3BCB35A5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EE79D-8C91-B475-B74F-F129AE2E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8BC09-0A11-8D7B-5C82-2A00C9FD8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75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21"/>
          <p:cNvSpPr txBox="1">
            <a:spLocks noGrp="1"/>
          </p:cNvSpPr>
          <p:nvPr>
            <p:ph type="subTitle" idx="1"/>
          </p:nvPr>
        </p:nvSpPr>
        <p:spPr>
          <a:xfrm>
            <a:off x="1100533" y="4374321"/>
            <a:ext cx="2990000" cy="11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1"/>
          <p:cNvSpPr txBox="1">
            <a:spLocks noGrp="1"/>
          </p:cNvSpPr>
          <p:nvPr>
            <p:ph type="subTitle" idx="2"/>
          </p:nvPr>
        </p:nvSpPr>
        <p:spPr>
          <a:xfrm>
            <a:off x="4600995" y="4374321"/>
            <a:ext cx="2990000" cy="11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21"/>
          <p:cNvSpPr txBox="1">
            <a:spLocks noGrp="1"/>
          </p:cNvSpPr>
          <p:nvPr>
            <p:ph type="subTitle" idx="3"/>
          </p:nvPr>
        </p:nvSpPr>
        <p:spPr>
          <a:xfrm>
            <a:off x="8101464" y="4374321"/>
            <a:ext cx="2990000" cy="11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1"/>
          <p:cNvSpPr txBox="1">
            <a:spLocks noGrp="1"/>
          </p:cNvSpPr>
          <p:nvPr>
            <p:ph type="subTitle" idx="4"/>
          </p:nvPr>
        </p:nvSpPr>
        <p:spPr>
          <a:xfrm>
            <a:off x="1100533" y="3428920"/>
            <a:ext cx="2990000" cy="10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26" name="Google Shape;326;p21"/>
          <p:cNvSpPr txBox="1">
            <a:spLocks noGrp="1"/>
          </p:cNvSpPr>
          <p:nvPr>
            <p:ph type="subTitle" idx="5"/>
          </p:nvPr>
        </p:nvSpPr>
        <p:spPr>
          <a:xfrm>
            <a:off x="4600999" y="3428920"/>
            <a:ext cx="2990000" cy="10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subTitle" idx="6"/>
          </p:nvPr>
        </p:nvSpPr>
        <p:spPr>
          <a:xfrm>
            <a:off x="8101464" y="3428920"/>
            <a:ext cx="2990000" cy="104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667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grpSp>
        <p:nvGrpSpPr>
          <p:cNvPr id="328" name="Google Shape;328;p21"/>
          <p:cNvGrpSpPr/>
          <p:nvPr/>
        </p:nvGrpSpPr>
        <p:grpSpPr>
          <a:xfrm>
            <a:off x="-266659" y="-82555"/>
            <a:ext cx="12774919" cy="7433752"/>
            <a:chOff x="-199995" y="-61916"/>
            <a:chExt cx="9581189" cy="5575314"/>
          </a:xfrm>
        </p:grpSpPr>
        <p:grpSp>
          <p:nvGrpSpPr>
            <p:cNvPr id="329" name="Google Shape;329;p21"/>
            <p:cNvGrpSpPr/>
            <p:nvPr/>
          </p:nvGrpSpPr>
          <p:grpSpPr>
            <a:xfrm>
              <a:off x="7665884" y="4670680"/>
              <a:ext cx="1715311" cy="842718"/>
              <a:chOff x="7665884" y="4670680"/>
              <a:chExt cx="1715311" cy="842718"/>
            </a:xfrm>
          </p:grpSpPr>
          <p:sp>
            <p:nvSpPr>
              <p:cNvPr id="330" name="Google Shape;330;p21"/>
              <p:cNvSpPr/>
              <p:nvPr/>
            </p:nvSpPr>
            <p:spPr>
              <a:xfrm>
                <a:off x="7665884" y="467068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>
                <a:off x="8201959" y="495643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2" name="Google Shape;332;p21"/>
              <p:cNvSpPr/>
              <p:nvPr/>
            </p:nvSpPr>
            <p:spPr>
              <a:xfrm>
                <a:off x="8738034" y="467068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33" name="Google Shape;333;p21"/>
            <p:cNvGrpSpPr/>
            <p:nvPr/>
          </p:nvGrpSpPr>
          <p:grpSpPr>
            <a:xfrm>
              <a:off x="-199995" y="-61916"/>
              <a:ext cx="920006" cy="1178861"/>
              <a:chOff x="71705" y="-61916"/>
              <a:chExt cx="920006" cy="1178861"/>
            </a:xfrm>
          </p:grpSpPr>
          <p:sp>
            <p:nvSpPr>
              <p:cNvPr id="334" name="Google Shape;334;p21"/>
              <p:cNvSpPr/>
              <p:nvPr/>
            </p:nvSpPr>
            <p:spPr>
              <a:xfrm rot="5400000">
                <a:off x="28609" y="51688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5" name="Google Shape;335;p21"/>
              <p:cNvSpPr/>
              <p:nvPr/>
            </p:nvSpPr>
            <p:spPr>
              <a:xfrm rot="5400000">
                <a:off x="391647" y="-18820"/>
                <a:ext cx="643161" cy="556968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pic>
        <p:nvPicPr>
          <p:cNvPr id="336" name="Google Shape;336;p21"/>
          <p:cNvPicPr preferRelativeResize="0"/>
          <p:nvPr/>
        </p:nvPicPr>
        <p:blipFill rotWithShape="1">
          <a:blip r:embed="rId2">
            <a:alphaModFix/>
          </a:blip>
          <a:srcRect t="23017" b="23012"/>
          <a:stretch/>
        </p:blipFill>
        <p:spPr>
          <a:xfrm rot="1657056">
            <a:off x="9619734" y="-216033"/>
            <a:ext cx="2620801" cy="14143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0837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68" name="Google Shape;468;p28"/>
          <p:cNvGrpSpPr/>
          <p:nvPr/>
        </p:nvGrpSpPr>
        <p:grpSpPr>
          <a:xfrm>
            <a:off x="-548481" y="-385107"/>
            <a:ext cx="13058544" cy="7763343"/>
            <a:chOff x="-411361" y="-288831"/>
            <a:chExt cx="9793908" cy="5822507"/>
          </a:xfrm>
        </p:grpSpPr>
        <p:grpSp>
          <p:nvGrpSpPr>
            <p:cNvPr id="469" name="Google Shape;469;p28"/>
            <p:cNvGrpSpPr/>
            <p:nvPr/>
          </p:nvGrpSpPr>
          <p:grpSpPr>
            <a:xfrm>
              <a:off x="8575000" y="3429942"/>
              <a:ext cx="807547" cy="2103734"/>
              <a:chOff x="8575000" y="3429942"/>
              <a:chExt cx="807547" cy="2103734"/>
            </a:xfrm>
          </p:grpSpPr>
          <p:sp>
            <p:nvSpPr>
              <p:cNvPr id="470" name="Google Shape;470;p28"/>
              <p:cNvSpPr/>
              <p:nvPr/>
            </p:nvSpPr>
            <p:spPr>
              <a:xfrm rot="7200021">
                <a:off x="8658990" y="4837428"/>
                <a:ext cx="643154" cy="557005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1" name="Google Shape;471;p28"/>
              <p:cNvSpPr/>
              <p:nvPr/>
            </p:nvSpPr>
            <p:spPr>
              <a:xfrm rot="7200021">
                <a:off x="8655632" y="4180681"/>
                <a:ext cx="643154" cy="55696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2" name="Google Shape;472;p28"/>
              <p:cNvSpPr/>
              <p:nvPr/>
            </p:nvSpPr>
            <p:spPr>
              <a:xfrm rot="7200021">
                <a:off x="8655376" y="3569188"/>
                <a:ext cx="643112" cy="556920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73" name="Google Shape;473;p28"/>
            <p:cNvGrpSpPr/>
            <p:nvPr/>
          </p:nvGrpSpPr>
          <p:grpSpPr>
            <a:xfrm>
              <a:off x="-200000" y="4138476"/>
              <a:ext cx="643114" cy="1163348"/>
              <a:chOff x="8494225" y="395151"/>
              <a:chExt cx="643114" cy="1163348"/>
            </a:xfrm>
          </p:grpSpPr>
          <p:sp>
            <p:nvSpPr>
              <p:cNvPr id="474" name="Google Shape;474;p28"/>
              <p:cNvSpPr/>
              <p:nvPr/>
            </p:nvSpPr>
            <p:spPr>
              <a:xfrm flipH="1">
                <a:off x="8494225" y="395151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5" name="Google Shape;475;p28"/>
              <p:cNvSpPr/>
              <p:nvPr/>
            </p:nvSpPr>
            <p:spPr>
              <a:xfrm flipH="1">
                <a:off x="8494225" y="1001540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76" name="Google Shape;476;p28"/>
            <p:cNvGrpSpPr/>
            <p:nvPr/>
          </p:nvGrpSpPr>
          <p:grpSpPr>
            <a:xfrm rot="3577314" flipH="1">
              <a:off x="142839" y="-298904"/>
              <a:ext cx="643193" cy="1163339"/>
              <a:chOff x="8795385" y="4227216"/>
              <a:chExt cx="643199" cy="1163348"/>
            </a:xfrm>
          </p:grpSpPr>
          <p:sp>
            <p:nvSpPr>
              <p:cNvPr id="477" name="Google Shape;477;p28"/>
              <p:cNvSpPr/>
              <p:nvPr/>
            </p:nvSpPr>
            <p:spPr>
              <a:xfrm flipH="1">
                <a:off x="8795385" y="4833521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8" name="Google Shape;478;p28"/>
              <p:cNvSpPr/>
              <p:nvPr/>
            </p:nvSpPr>
            <p:spPr>
              <a:xfrm flipH="1">
                <a:off x="8795385" y="4227216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479" name="Google Shape;479;p28"/>
            <p:cNvSpPr/>
            <p:nvPr/>
          </p:nvSpPr>
          <p:spPr>
            <a:xfrm rot="1800095" flipH="1">
              <a:off x="-315201" y="1949629"/>
              <a:ext cx="643164" cy="556965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6469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16557-48AB-8965-0539-1DC81E186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F1DF3-22C3-866D-9CDA-B1F041745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58EC9-743A-E3A9-A26F-3BDB19BCE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E71CD-7C6F-9348-A14A-7039C01F4267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33BDB-0618-A18E-1DFB-E6A3CE1D2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20F8B-DE13-D2B6-B73C-87EAFD616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AA6BF-1834-B842-B2BB-9E3303930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9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sv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openxmlformats.org/officeDocument/2006/relationships/image" Target="../media/image13.png"/><Relationship Id="rId4" Type="http://schemas.openxmlformats.org/officeDocument/2006/relationships/diagramLayout" Target="../diagrams/layout8.xml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6B37434-510B-C2AC-0EB3-971626389F01}"/>
              </a:ext>
            </a:extLst>
          </p:cNvPr>
          <p:cNvSpPr/>
          <p:nvPr/>
        </p:nvSpPr>
        <p:spPr>
          <a:xfrm>
            <a:off x="838199" y="1120676"/>
            <a:ext cx="7021513" cy="2308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Dimensionality Reduction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993785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>
          <a:extLst>
            <a:ext uri="{FF2B5EF4-FFF2-40B4-BE49-F238E27FC236}">
              <a16:creationId xmlns:a16="http://schemas.microsoft.com/office/drawing/2014/main" id="{89722F5C-4A49-79B5-8DA9-354AED30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7">
            <a:extLst>
              <a:ext uri="{FF2B5EF4-FFF2-40B4-BE49-F238E27FC236}">
                <a16:creationId xmlns:a16="http://schemas.microsoft.com/office/drawing/2014/main" id="{2DD9CE85-82DE-2933-5508-0C5BDC3E7BA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04027" y="4102611"/>
            <a:ext cx="3309296" cy="121777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/>
              <a:t>a) PCA</a:t>
            </a:r>
            <a:endParaRPr/>
          </a:p>
        </p:txBody>
      </p:sp>
      <p:sp>
        <p:nvSpPr>
          <p:cNvPr id="753" name="Google Shape;753;p47">
            <a:extLst>
              <a:ext uri="{FF2B5EF4-FFF2-40B4-BE49-F238E27FC236}">
                <a16:creationId xmlns:a16="http://schemas.microsoft.com/office/drawing/2014/main" id="{2D80B554-99BE-3083-3F5F-48CBBDD52FFD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4459208" y="4158355"/>
            <a:ext cx="3309296" cy="121777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/>
              <a:t>b) t-SNE</a:t>
            </a:r>
            <a:endParaRPr/>
          </a:p>
        </p:txBody>
      </p:sp>
      <p:sp>
        <p:nvSpPr>
          <p:cNvPr id="754" name="Google Shape;754;p47">
            <a:extLst>
              <a:ext uri="{FF2B5EF4-FFF2-40B4-BE49-F238E27FC236}">
                <a16:creationId xmlns:a16="http://schemas.microsoft.com/office/drawing/2014/main" id="{7B4149C1-C6ED-422B-F0E6-AE1F33FFD088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8375971" y="3691868"/>
            <a:ext cx="2990000" cy="7437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marL="0" indent="0"/>
            <a:r>
              <a:rPr lang="en"/>
              <a:t>c) UMAP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30FBE1-F7AB-B0EA-9EB0-E77B27C5942C}"/>
              </a:ext>
            </a:extLst>
          </p:cNvPr>
          <p:cNvSpPr txBox="1"/>
          <p:nvPr/>
        </p:nvSpPr>
        <p:spPr>
          <a:xfrm>
            <a:off x="7175779" y="5552856"/>
            <a:ext cx="5337211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20CEB-207D-B56D-903F-0FC90038B31A}"/>
              </a:ext>
            </a:extLst>
          </p:cNvPr>
          <p:cNvSpPr txBox="1"/>
          <p:nvPr/>
        </p:nvSpPr>
        <p:spPr>
          <a:xfrm>
            <a:off x="-3222691" y="-400528"/>
            <a:ext cx="5337211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F9D74-626F-944E-C657-E24F7309F8E9}"/>
              </a:ext>
            </a:extLst>
          </p:cNvPr>
          <p:cNvSpPr txBox="1"/>
          <p:nvPr/>
        </p:nvSpPr>
        <p:spPr>
          <a:xfrm>
            <a:off x="-441747" y="6284160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35922FF-CC73-4082-D7A4-9A34FBE673D9}"/>
              </a:ext>
            </a:extLst>
          </p:cNvPr>
          <p:cNvGraphicFramePr/>
          <p:nvPr/>
        </p:nvGraphicFramePr>
        <p:xfrm>
          <a:off x="4993098" y="6225673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55" name="Google Shape;755;p47">
            <a:extLst>
              <a:ext uri="{FF2B5EF4-FFF2-40B4-BE49-F238E27FC236}">
                <a16:creationId xmlns:a16="http://schemas.microsoft.com/office/drawing/2014/main" id="{363DA2DB-CE57-D768-D634-8D4633304F94}"/>
              </a:ext>
            </a:extLst>
          </p:cNvPr>
          <p:cNvSpPr/>
          <p:nvPr/>
        </p:nvSpPr>
        <p:spPr>
          <a:xfrm>
            <a:off x="5183243" y="2923607"/>
            <a:ext cx="1825515" cy="1643909"/>
          </a:xfrm>
          <a:custGeom>
            <a:avLst/>
            <a:gdLst/>
            <a:ahLst/>
            <a:cxnLst/>
            <a:rect l="l" t="t" r="r" b="b"/>
            <a:pathLst>
              <a:path w="15184" h="13151" extrusionOk="0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757" name="Google Shape;757;p47">
            <a:extLst>
              <a:ext uri="{FF2B5EF4-FFF2-40B4-BE49-F238E27FC236}">
                <a16:creationId xmlns:a16="http://schemas.microsoft.com/office/drawing/2014/main" id="{86FE8B2A-9E68-63D0-0AAA-744B283B27E9}"/>
              </a:ext>
            </a:extLst>
          </p:cNvPr>
          <p:cNvSpPr/>
          <p:nvPr/>
        </p:nvSpPr>
        <p:spPr>
          <a:xfrm>
            <a:off x="1202013" y="2870663"/>
            <a:ext cx="1819808" cy="1643909"/>
          </a:xfrm>
          <a:custGeom>
            <a:avLst/>
            <a:gdLst/>
            <a:ahLst/>
            <a:cxnLst/>
            <a:rect l="l" t="t" r="r" b="b"/>
            <a:pathLst>
              <a:path w="15184" h="13151" extrusionOk="0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11B64D-4FB2-4A3D-98FD-829971A20952}"/>
              </a:ext>
            </a:extLst>
          </p:cNvPr>
          <p:cNvSpPr txBox="1"/>
          <p:nvPr/>
        </p:nvSpPr>
        <p:spPr>
          <a:xfrm rot="5400000">
            <a:off x="-2593234" y="2179173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75CF42-4BF1-3B99-2517-91776F2988BB}"/>
              </a:ext>
            </a:extLst>
          </p:cNvPr>
          <p:cNvSpPr txBox="1"/>
          <p:nvPr/>
        </p:nvSpPr>
        <p:spPr>
          <a:xfrm rot="18003311">
            <a:off x="-2441794" y="-2117014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487785-F4EE-4047-F690-679DC55CBE8C}"/>
              </a:ext>
            </a:extLst>
          </p:cNvPr>
          <p:cNvSpPr txBox="1"/>
          <p:nvPr/>
        </p:nvSpPr>
        <p:spPr>
          <a:xfrm>
            <a:off x="7180028" y="-312490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E2ED82-853C-9520-CE5C-78B9EEEDB3CD}"/>
              </a:ext>
            </a:extLst>
          </p:cNvPr>
          <p:cNvSpPr txBox="1"/>
          <p:nvPr/>
        </p:nvSpPr>
        <p:spPr>
          <a:xfrm>
            <a:off x="7372860" y="-980510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96F449-F683-C6A3-0B1E-F5E025BC1288}"/>
              </a:ext>
            </a:extLst>
          </p:cNvPr>
          <p:cNvSpPr txBox="1"/>
          <p:nvPr/>
        </p:nvSpPr>
        <p:spPr>
          <a:xfrm>
            <a:off x="2229746" y="-898472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384EF-3D6A-0D58-95B7-8CEEA350AF9C}"/>
              </a:ext>
            </a:extLst>
          </p:cNvPr>
          <p:cNvSpPr txBox="1"/>
          <p:nvPr/>
        </p:nvSpPr>
        <p:spPr>
          <a:xfrm>
            <a:off x="-2788203" y="-839985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756" name="Google Shape;756;p47">
            <a:extLst>
              <a:ext uri="{FF2B5EF4-FFF2-40B4-BE49-F238E27FC236}">
                <a16:creationId xmlns:a16="http://schemas.microsoft.com/office/drawing/2014/main" id="{201B7A9F-C9FB-E2DB-BC9B-339590781B29}"/>
              </a:ext>
            </a:extLst>
          </p:cNvPr>
          <p:cNvSpPr/>
          <p:nvPr/>
        </p:nvSpPr>
        <p:spPr>
          <a:xfrm>
            <a:off x="8953166" y="2996034"/>
            <a:ext cx="1740287" cy="1516481"/>
          </a:xfrm>
          <a:custGeom>
            <a:avLst/>
            <a:gdLst/>
            <a:ahLst/>
            <a:cxnLst/>
            <a:rect l="l" t="t" r="r" b="b"/>
            <a:pathLst>
              <a:path w="15184" h="13151" extrusionOk="0">
                <a:moveTo>
                  <a:pt x="3797" y="1"/>
                </a:moveTo>
                <a:lnTo>
                  <a:pt x="0" y="6576"/>
                </a:lnTo>
                <a:lnTo>
                  <a:pt x="3797" y="13151"/>
                </a:lnTo>
                <a:lnTo>
                  <a:pt x="11388" y="13151"/>
                </a:lnTo>
                <a:lnTo>
                  <a:pt x="15184" y="6576"/>
                </a:lnTo>
                <a:lnTo>
                  <a:pt x="11388" y="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26" name="Graphic 25" descr="Monitor outline">
            <a:extLst>
              <a:ext uri="{FF2B5EF4-FFF2-40B4-BE49-F238E27FC236}">
                <a16:creationId xmlns:a16="http://schemas.microsoft.com/office/drawing/2014/main" id="{88A15F34-8310-3096-1FDC-89C94E42AD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2126" y="3125228"/>
            <a:ext cx="1342097" cy="1342097"/>
          </a:xfrm>
          <a:prstGeom prst="rect">
            <a:avLst/>
          </a:prstGeom>
        </p:spPr>
      </p:pic>
      <p:sp>
        <p:nvSpPr>
          <p:cNvPr id="748" name="Google Shape;748;p47">
            <a:extLst>
              <a:ext uri="{FF2B5EF4-FFF2-40B4-BE49-F238E27FC236}">
                <a16:creationId xmlns:a16="http://schemas.microsoft.com/office/drawing/2014/main" id="{E78D71DD-56FE-A6F1-0AA6-BF2EEFF158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2393" y="93380"/>
            <a:ext cx="102720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/>
              <a:t>Aim 2: </a:t>
            </a:r>
            <a:r>
              <a:rPr lang="en-CA" sz="4800">
                <a:latin typeface="Questrial" pitchFamily="2" charset="77"/>
                <a:ea typeface="Questrial" pitchFamily="2" charset="77"/>
                <a:cs typeface="Questrial" pitchFamily="2" charset="77"/>
              </a:rPr>
              <a:t>Identify features of interest through bioinformatic clustering </a:t>
            </a:r>
            <a:br>
              <a:rPr lang="en-CA" sz="4800">
                <a:latin typeface="Questrial" pitchFamily="2" charset="77"/>
                <a:ea typeface="Questrial" pitchFamily="2" charset="77"/>
                <a:cs typeface="Questrial" pitchFamily="2" charset="77"/>
              </a:rPr>
            </a:br>
            <a:br>
              <a:rPr lang="en-CA">
                <a:latin typeface="Questrial" pitchFamily="2" charset="77"/>
                <a:ea typeface="Questrial" pitchFamily="2" charset="77"/>
                <a:cs typeface="Questrial" pitchFamily="2" charset="77"/>
              </a:rPr>
            </a:br>
            <a:r>
              <a:rPr lang="en"/>
              <a:t> </a:t>
            </a:r>
            <a:endParaRPr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374EA9-D8CE-86F1-4C9D-037C6BCDA8D1}"/>
              </a:ext>
            </a:extLst>
          </p:cNvPr>
          <p:cNvCxnSpPr>
            <a:cxnSpLocks/>
          </p:cNvCxnSpPr>
          <p:nvPr/>
        </p:nvCxnSpPr>
        <p:spPr>
          <a:xfrm flipV="1">
            <a:off x="1847104" y="3571763"/>
            <a:ext cx="469377" cy="276659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Periodic Graph outline">
            <a:extLst>
              <a:ext uri="{FF2B5EF4-FFF2-40B4-BE49-F238E27FC236}">
                <a16:creationId xmlns:a16="http://schemas.microsoft.com/office/drawing/2014/main" id="{846177DF-8298-C99E-E986-728289B7EC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233304" y="3324345"/>
            <a:ext cx="1125313" cy="915996"/>
          </a:xfrm>
          <a:prstGeom prst="rect">
            <a:avLst/>
          </a:prstGeom>
        </p:spPr>
      </p:pic>
      <p:pic>
        <p:nvPicPr>
          <p:cNvPr id="49" name="Graphic 48" descr="Monitor outline">
            <a:extLst>
              <a:ext uri="{FF2B5EF4-FFF2-40B4-BE49-F238E27FC236}">
                <a16:creationId xmlns:a16="http://schemas.microsoft.com/office/drawing/2014/main" id="{8499899F-5073-0BA2-85CF-83BF43FE25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12864" y="3111433"/>
            <a:ext cx="1410152" cy="1410152"/>
          </a:xfrm>
          <a:prstGeom prst="rect">
            <a:avLst/>
          </a:prstGeom>
        </p:spPr>
      </p:pic>
      <p:pic>
        <p:nvPicPr>
          <p:cNvPr id="52" name="Graphic 51" descr="Periodic Graph outline">
            <a:extLst>
              <a:ext uri="{FF2B5EF4-FFF2-40B4-BE49-F238E27FC236}">
                <a16:creationId xmlns:a16="http://schemas.microsoft.com/office/drawing/2014/main" id="{DDBD063A-5238-E1A7-2DF5-E938912F18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06244" y="3287565"/>
            <a:ext cx="1125313" cy="915996"/>
          </a:xfrm>
          <a:prstGeom prst="rect">
            <a:avLst/>
          </a:prstGeom>
        </p:spPr>
      </p:pic>
      <p:pic>
        <p:nvPicPr>
          <p:cNvPr id="53" name="Graphic 52" descr="Monitor outline">
            <a:extLst>
              <a:ext uri="{FF2B5EF4-FFF2-40B4-BE49-F238E27FC236}">
                <a16:creationId xmlns:a16="http://schemas.microsoft.com/office/drawing/2014/main" id="{11A274D2-4127-6237-B0F6-ACB02B06FC3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06243" y="3111433"/>
            <a:ext cx="1410152" cy="141015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AC51ED2-A6FF-6CBF-55C6-BB99437080A4}"/>
              </a:ext>
            </a:extLst>
          </p:cNvPr>
          <p:cNvSpPr txBox="1"/>
          <p:nvPr/>
        </p:nvSpPr>
        <p:spPr>
          <a:xfrm rot="5400000">
            <a:off x="-2512188" y="7813764"/>
            <a:ext cx="5971513" cy="461665"/>
          </a:xfrm>
          <a:prstGeom prst="rect">
            <a:avLst/>
          </a:prstGeom>
          <a:gradFill>
            <a:gsLst>
              <a:gs pos="91000">
                <a:schemeClr val="accent3">
                  <a:lumMod val="88000"/>
                  <a:alpha val="0"/>
                </a:schemeClr>
              </a:gs>
              <a:gs pos="0">
                <a:srgbClr val="F6E1CE">
                  <a:alpha val="79986"/>
                </a:srgbClr>
              </a:gs>
              <a:gs pos="90000">
                <a:srgbClr val="EEBAE0">
                  <a:alpha val="35168"/>
                </a:srgb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effectLst>
            <a:softEdge rad="243227"/>
          </a:effectLst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  <p:sp>
        <p:nvSpPr>
          <p:cNvPr id="56" name="Google Shape;753;p47">
            <a:extLst>
              <a:ext uri="{FF2B5EF4-FFF2-40B4-BE49-F238E27FC236}">
                <a16:creationId xmlns:a16="http://schemas.microsoft.com/office/drawing/2014/main" id="{6777D66C-14B8-AC8D-4184-6F306A2644C1}"/>
              </a:ext>
            </a:extLst>
          </p:cNvPr>
          <p:cNvSpPr txBox="1">
            <a:spLocks/>
          </p:cNvSpPr>
          <p:nvPr/>
        </p:nvSpPr>
        <p:spPr>
          <a:xfrm>
            <a:off x="8266979" y="4204355"/>
            <a:ext cx="3309296" cy="1217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est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indent="0"/>
            <a:r>
              <a:rPr lang="en-CA" sz="2667"/>
              <a:t>c) UMAP</a:t>
            </a:r>
          </a:p>
        </p:txBody>
      </p:sp>
      <p:sp>
        <p:nvSpPr>
          <p:cNvPr id="59" name="Merge 58">
            <a:extLst>
              <a:ext uri="{FF2B5EF4-FFF2-40B4-BE49-F238E27FC236}">
                <a16:creationId xmlns:a16="http://schemas.microsoft.com/office/drawing/2014/main" id="{74E9E72F-3C2D-9629-A542-12C53809B2AD}"/>
              </a:ext>
            </a:extLst>
          </p:cNvPr>
          <p:cNvSpPr/>
          <p:nvPr/>
        </p:nvSpPr>
        <p:spPr>
          <a:xfrm>
            <a:off x="7370030" y="6168753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A5097-3571-511E-89EC-86FFC46DD5F5}"/>
              </a:ext>
            </a:extLst>
          </p:cNvPr>
          <p:cNvSpPr txBox="1"/>
          <p:nvPr/>
        </p:nvSpPr>
        <p:spPr>
          <a:xfrm>
            <a:off x="-107015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11151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itle 1">
            <a:extLst>
              <a:ext uri="{FF2B5EF4-FFF2-40B4-BE49-F238E27FC236}">
                <a16:creationId xmlns:a16="http://schemas.microsoft.com/office/drawing/2014/main" id="{81EA06A8-B038-4FB5-DF8C-C68E67DC5587}"/>
              </a:ext>
            </a:extLst>
          </p:cNvPr>
          <p:cNvSpPr txBox="1">
            <a:spLocks/>
          </p:cNvSpPr>
          <p:nvPr/>
        </p:nvSpPr>
        <p:spPr>
          <a:xfrm>
            <a:off x="1093351" y="2540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Why cluster?</a:t>
            </a: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56840E6-BF49-4F69-D38C-A5769516BD3B}"/>
              </a:ext>
            </a:extLst>
          </p:cNvPr>
          <p:cNvGraphicFramePr/>
          <p:nvPr/>
        </p:nvGraphicFramePr>
        <p:xfrm>
          <a:off x="4821649" y="6258800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Merge 24">
            <a:extLst>
              <a:ext uri="{FF2B5EF4-FFF2-40B4-BE49-F238E27FC236}">
                <a16:creationId xmlns:a16="http://schemas.microsoft.com/office/drawing/2014/main" id="{CEC46A5D-8061-F1E0-7CDC-9D5EA9781C25}"/>
              </a:ext>
            </a:extLst>
          </p:cNvPr>
          <p:cNvSpPr/>
          <p:nvPr/>
        </p:nvSpPr>
        <p:spPr>
          <a:xfrm>
            <a:off x="7233795" y="6181766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 useBgFill="1">
        <p:nvSpPr>
          <p:cNvPr id="34" name="Title 1">
            <a:extLst>
              <a:ext uri="{FF2B5EF4-FFF2-40B4-BE49-F238E27FC236}">
                <a16:creationId xmlns:a16="http://schemas.microsoft.com/office/drawing/2014/main" id="{38B1F2DA-3506-00D9-8FD6-97BBF3C36FF2}"/>
              </a:ext>
            </a:extLst>
          </p:cNvPr>
          <p:cNvSpPr txBox="1">
            <a:spLocks/>
          </p:cNvSpPr>
          <p:nvPr/>
        </p:nvSpPr>
        <p:spPr>
          <a:xfrm>
            <a:off x="1093351" y="12573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The curse of dimensionality</a:t>
            </a:r>
            <a:endParaRPr lang="en-US" sz="4400" err="1"/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62AAEC-2D06-901A-82B8-8524D97E98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18" t="5473" r="6703" b="68545"/>
          <a:stretch/>
        </p:blipFill>
        <p:spPr>
          <a:xfrm>
            <a:off x="4821648" y="2704664"/>
            <a:ext cx="7200505" cy="2832363"/>
          </a:xfrm>
          <a:prstGeom prst="rect">
            <a:avLst/>
          </a:prstGeom>
          <a:effectLst>
            <a:softEdge rad="60391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9F17F4-6F24-522A-B507-9CE56836D53F}"/>
              </a:ext>
            </a:extLst>
          </p:cNvPr>
          <p:cNvSpPr txBox="1"/>
          <p:nvPr/>
        </p:nvSpPr>
        <p:spPr>
          <a:xfrm>
            <a:off x="236379" y="2968835"/>
            <a:ext cx="3286613" cy="20619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333" b="1" u="sng">
                <a:latin typeface="Questrial" pitchFamily="2" charset="77"/>
                <a:ea typeface="Questrial" pitchFamily="2" charset="77"/>
                <a:cs typeface="Questrial" pitchFamily="2" charset="77"/>
              </a:rPr>
              <a:t>1-D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733">
                <a:latin typeface="Questrial" pitchFamily="2" charset="77"/>
                <a:ea typeface="Questrial" pitchFamily="2" charset="77"/>
                <a:cs typeface="Questrial" pitchFamily="2" charset="77"/>
              </a:rPr>
              <a:t>One factor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733">
                <a:latin typeface="Questrial" pitchFamily="2" charset="77"/>
                <a:ea typeface="Questrial" pitchFamily="2" charset="77"/>
                <a:cs typeface="Questrial" pitchFamily="2" charset="77"/>
              </a:rPr>
              <a:t>x-axis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A075B9AA-D4A3-A692-7077-3FC05FEF301E}"/>
              </a:ext>
            </a:extLst>
          </p:cNvPr>
          <p:cNvSpPr/>
          <p:nvPr/>
        </p:nvSpPr>
        <p:spPr>
          <a:xfrm>
            <a:off x="3614928" y="3889165"/>
            <a:ext cx="1114784" cy="494675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0AD54-3947-9D41-C732-1159A90C169D}"/>
              </a:ext>
            </a:extLst>
          </p:cNvPr>
          <p:cNvSpPr txBox="1"/>
          <p:nvPr/>
        </p:nvSpPr>
        <p:spPr>
          <a:xfrm>
            <a:off x="-159411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5185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>
          <a:extLst>
            <a:ext uri="{FF2B5EF4-FFF2-40B4-BE49-F238E27FC236}">
              <a16:creationId xmlns:a16="http://schemas.microsoft.com/office/drawing/2014/main" id="{5BFB22B9-2F20-E009-320E-C6C588F3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itle 1">
            <a:extLst>
              <a:ext uri="{FF2B5EF4-FFF2-40B4-BE49-F238E27FC236}">
                <a16:creationId xmlns:a16="http://schemas.microsoft.com/office/drawing/2014/main" id="{7F0468E5-050E-9296-46D1-6FDDFC19BDFA}"/>
              </a:ext>
            </a:extLst>
          </p:cNvPr>
          <p:cNvSpPr txBox="1">
            <a:spLocks/>
          </p:cNvSpPr>
          <p:nvPr/>
        </p:nvSpPr>
        <p:spPr>
          <a:xfrm>
            <a:off x="1093351" y="2540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Why cluster?</a:t>
            </a: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A7EB603-7DEB-09C7-A132-F32F49F54E66}"/>
              </a:ext>
            </a:extLst>
          </p:cNvPr>
          <p:cNvGraphicFramePr/>
          <p:nvPr/>
        </p:nvGraphicFramePr>
        <p:xfrm>
          <a:off x="4821649" y="6258800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Merge 24">
            <a:extLst>
              <a:ext uri="{FF2B5EF4-FFF2-40B4-BE49-F238E27FC236}">
                <a16:creationId xmlns:a16="http://schemas.microsoft.com/office/drawing/2014/main" id="{DF48F627-6DC9-618F-4748-5E71EDFE1377}"/>
              </a:ext>
            </a:extLst>
          </p:cNvPr>
          <p:cNvSpPr/>
          <p:nvPr/>
        </p:nvSpPr>
        <p:spPr>
          <a:xfrm>
            <a:off x="7233795" y="6181766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 useBgFill="1">
        <p:nvSpPr>
          <p:cNvPr id="34" name="Title 1">
            <a:extLst>
              <a:ext uri="{FF2B5EF4-FFF2-40B4-BE49-F238E27FC236}">
                <a16:creationId xmlns:a16="http://schemas.microsoft.com/office/drawing/2014/main" id="{897C517D-B2BB-AD91-4B42-2A05D5D3DAD6}"/>
              </a:ext>
            </a:extLst>
          </p:cNvPr>
          <p:cNvSpPr txBox="1">
            <a:spLocks/>
          </p:cNvSpPr>
          <p:nvPr/>
        </p:nvSpPr>
        <p:spPr>
          <a:xfrm>
            <a:off x="1093351" y="12573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The curse of dimensionality</a:t>
            </a:r>
            <a:endParaRPr lang="en-US" sz="4400" err="1"/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AE499-AF00-5283-F204-7C840EB7DCC2}"/>
              </a:ext>
            </a:extLst>
          </p:cNvPr>
          <p:cNvSpPr txBox="1"/>
          <p:nvPr/>
        </p:nvSpPr>
        <p:spPr>
          <a:xfrm>
            <a:off x="203201" y="3007989"/>
            <a:ext cx="3911601" cy="197990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u="sng">
                <a:latin typeface="Questrial" pitchFamily="2" charset="77"/>
                <a:ea typeface="Questrial" pitchFamily="2" charset="77"/>
                <a:cs typeface="Questrial" pitchFamily="2" charset="77"/>
              </a:rPr>
              <a:t>2-D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733">
                <a:latin typeface="Questrial" pitchFamily="2" charset="77"/>
                <a:ea typeface="Questrial" pitchFamily="2" charset="77"/>
                <a:cs typeface="Questrial" pitchFamily="2" charset="77"/>
              </a:rPr>
              <a:t>Two factors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733">
                <a:latin typeface="Questrial" pitchFamily="2" charset="77"/>
                <a:ea typeface="Questrial" pitchFamily="2" charset="77"/>
                <a:cs typeface="Questrial" pitchFamily="2" charset="77"/>
              </a:rPr>
              <a:t>X and y axes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2EDDE7BF-6F4F-6D44-583C-ACBD0D5DB26F}"/>
              </a:ext>
            </a:extLst>
          </p:cNvPr>
          <p:cNvSpPr/>
          <p:nvPr/>
        </p:nvSpPr>
        <p:spPr>
          <a:xfrm>
            <a:off x="3729637" y="3889165"/>
            <a:ext cx="1114784" cy="494675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FA4EC0-111A-D31E-4032-185505044CA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64" t="31610" r="5985" b="37752"/>
          <a:stretch/>
        </p:blipFill>
        <p:spPr>
          <a:xfrm>
            <a:off x="4931753" y="2309758"/>
            <a:ext cx="7198903" cy="3466948"/>
          </a:xfrm>
          <a:prstGeom prst="rect">
            <a:avLst/>
          </a:prstGeom>
          <a:effectLst>
            <a:softEdge rad="60391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3A7D84-B9E2-BFC7-E0BE-01583029B146}"/>
              </a:ext>
            </a:extLst>
          </p:cNvPr>
          <p:cNvSpPr txBox="1"/>
          <p:nvPr/>
        </p:nvSpPr>
        <p:spPr>
          <a:xfrm>
            <a:off x="-159411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91613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>
          <a:extLst>
            <a:ext uri="{FF2B5EF4-FFF2-40B4-BE49-F238E27FC236}">
              <a16:creationId xmlns:a16="http://schemas.microsoft.com/office/drawing/2014/main" id="{B30F7B7B-5BDD-227F-1B5F-17C138FC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itle 1">
            <a:extLst>
              <a:ext uri="{FF2B5EF4-FFF2-40B4-BE49-F238E27FC236}">
                <a16:creationId xmlns:a16="http://schemas.microsoft.com/office/drawing/2014/main" id="{F8117CD8-D192-1BA4-17DF-55BD3FA19FCE}"/>
              </a:ext>
            </a:extLst>
          </p:cNvPr>
          <p:cNvSpPr txBox="1">
            <a:spLocks/>
          </p:cNvSpPr>
          <p:nvPr/>
        </p:nvSpPr>
        <p:spPr>
          <a:xfrm>
            <a:off x="1093351" y="2540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Why cluster?</a:t>
            </a: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D481987-DA08-F072-2B6A-2F36DDB0F4E3}"/>
              </a:ext>
            </a:extLst>
          </p:cNvPr>
          <p:cNvGraphicFramePr/>
          <p:nvPr/>
        </p:nvGraphicFramePr>
        <p:xfrm>
          <a:off x="4821649" y="6258800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Merge 24">
            <a:extLst>
              <a:ext uri="{FF2B5EF4-FFF2-40B4-BE49-F238E27FC236}">
                <a16:creationId xmlns:a16="http://schemas.microsoft.com/office/drawing/2014/main" id="{03B5749B-ABD8-61D4-2C4E-561C6B33B119}"/>
              </a:ext>
            </a:extLst>
          </p:cNvPr>
          <p:cNvSpPr/>
          <p:nvPr/>
        </p:nvSpPr>
        <p:spPr>
          <a:xfrm>
            <a:off x="7233795" y="6181766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 useBgFill="1">
        <p:nvSpPr>
          <p:cNvPr id="34" name="Title 1">
            <a:extLst>
              <a:ext uri="{FF2B5EF4-FFF2-40B4-BE49-F238E27FC236}">
                <a16:creationId xmlns:a16="http://schemas.microsoft.com/office/drawing/2014/main" id="{9E8D33E0-F6C2-88F9-68CA-D4DC85A6BC1B}"/>
              </a:ext>
            </a:extLst>
          </p:cNvPr>
          <p:cNvSpPr txBox="1">
            <a:spLocks/>
          </p:cNvSpPr>
          <p:nvPr/>
        </p:nvSpPr>
        <p:spPr>
          <a:xfrm>
            <a:off x="1093351" y="12573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The curse of dimensionality</a:t>
            </a:r>
            <a:endParaRPr lang="en-US" sz="4400" err="1"/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E69EE-EFA3-9482-74F0-A61FCC7B0C14}"/>
              </a:ext>
            </a:extLst>
          </p:cNvPr>
          <p:cNvSpPr txBox="1"/>
          <p:nvPr/>
        </p:nvSpPr>
        <p:spPr>
          <a:xfrm>
            <a:off x="101601" y="3003307"/>
            <a:ext cx="3911601" cy="20619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333" b="1" u="sng">
                <a:latin typeface="Questrial" pitchFamily="2" charset="77"/>
                <a:ea typeface="Questrial" pitchFamily="2" charset="77"/>
                <a:cs typeface="Questrial" pitchFamily="2" charset="77"/>
              </a:rPr>
              <a:t>3-D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733">
                <a:latin typeface="Questrial" pitchFamily="2" charset="77"/>
                <a:ea typeface="Questrial" pitchFamily="2" charset="77"/>
                <a:cs typeface="Questrial" pitchFamily="2" charset="77"/>
              </a:rPr>
              <a:t>Three factors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3733">
                <a:latin typeface="Questrial" pitchFamily="2" charset="77"/>
                <a:ea typeface="Questrial" pitchFamily="2" charset="77"/>
                <a:cs typeface="Questrial" pitchFamily="2" charset="77"/>
              </a:rPr>
              <a:t>x, y and z axes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A213A23-EB09-86F7-9725-9ABAEF3490B8}"/>
              </a:ext>
            </a:extLst>
          </p:cNvPr>
          <p:cNvSpPr/>
          <p:nvPr/>
        </p:nvSpPr>
        <p:spPr>
          <a:xfrm>
            <a:off x="3706864" y="3889165"/>
            <a:ext cx="1114784" cy="494675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764586-FE5E-DDDC-8D90-11A90EB6A72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303" t="66022" r="1159" b="5370"/>
          <a:stretch/>
        </p:blipFill>
        <p:spPr>
          <a:xfrm>
            <a:off x="4821648" y="2489882"/>
            <a:ext cx="7370352" cy="3340405"/>
          </a:xfrm>
          <a:prstGeom prst="rect">
            <a:avLst/>
          </a:prstGeom>
          <a:effectLst>
            <a:softEdge rad="60391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A24D46-A216-723E-6E74-105EA7B5FDAE}"/>
              </a:ext>
            </a:extLst>
          </p:cNvPr>
          <p:cNvSpPr txBox="1"/>
          <p:nvPr/>
        </p:nvSpPr>
        <p:spPr>
          <a:xfrm>
            <a:off x="-159411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0757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>
          <a:extLst>
            <a:ext uri="{FF2B5EF4-FFF2-40B4-BE49-F238E27FC236}">
              <a16:creationId xmlns:a16="http://schemas.microsoft.com/office/drawing/2014/main" id="{71964FF8-2F56-3A7C-EB0B-707539018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itle 1">
            <a:extLst>
              <a:ext uri="{FF2B5EF4-FFF2-40B4-BE49-F238E27FC236}">
                <a16:creationId xmlns:a16="http://schemas.microsoft.com/office/drawing/2014/main" id="{1E4B385A-9AF1-0DA5-70C2-F7E4227EE879}"/>
              </a:ext>
            </a:extLst>
          </p:cNvPr>
          <p:cNvSpPr txBox="1">
            <a:spLocks/>
          </p:cNvSpPr>
          <p:nvPr/>
        </p:nvSpPr>
        <p:spPr>
          <a:xfrm>
            <a:off x="1093351" y="2540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Why cluster?</a:t>
            </a: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A14284E-3551-CFE5-F5B8-73458DCC2A3D}"/>
              </a:ext>
            </a:extLst>
          </p:cNvPr>
          <p:cNvGraphicFramePr/>
          <p:nvPr/>
        </p:nvGraphicFramePr>
        <p:xfrm>
          <a:off x="4821649" y="6258800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Merge 24">
            <a:extLst>
              <a:ext uri="{FF2B5EF4-FFF2-40B4-BE49-F238E27FC236}">
                <a16:creationId xmlns:a16="http://schemas.microsoft.com/office/drawing/2014/main" id="{D6C32FDE-655A-A944-7577-43613A59C77D}"/>
              </a:ext>
            </a:extLst>
          </p:cNvPr>
          <p:cNvSpPr/>
          <p:nvPr/>
        </p:nvSpPr>
        <p:spPr>
          <a:xfrm>
            <a:off x="7233795" y="6181766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 useBgFill="1">
        <p:nvSpPr>
          <p:cNvPr id="34" name="Title 1">
            <a:extLst>
              <a:ext uri="{FF2B5EF4-FFF2-40B4-BE49-F238E27FC236}">
                <a16:creationId xmlns:a16="http://schemas.microsoft.com/office/drawing/2014/main" id="{180DB94A-CE2F-C04C-C050-45000D104A74}"/>
              </a:ext>
            </a:extLst>
          </p:cNvPr>
          <p:cNvSpPr txBox="1">
            <a:spLocks/>
          </p:cNvSpPr>
          <p:nvPr/>
        </p:nvSpPr>
        <p:spPr>
          <a:xfrm>
            <a:off x="1093351" y="1257388"/>
            <a:ext cx="10272000" cy="9108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The curse of dimensionality</a:t>
            </a:r>
            <a:endParaRPr lang="en-US" sz="4400" err="1"/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  <a:p>
            <a:endParaRPr lang="en-US" sz="4400">
              <a:ln w="19050">
                <a:solidFill>
                  <a:srgbClr val="FEFEFE">
                    <a:lumMod val="10000"/>
                  </a:srgbClr>
                </a:solidFill>
              </a:ln>
              <a:effectLst>
                <a:glow rad="63500">
                  <a:srgbClr val="A1A48F">
                    <a:satMod val="175000"/>
                    <a:alpha val="40000"/>
                  </a:srgbClr>
                </a:glo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9DB901-E800-CBE1-72DD-153288E9245D}"/>
              </a:ext>
            </a:extLst>
          </p:cNvPr>
          <p:cNvSpPr txBox="1"/>
          <p:nvPr/>
        </p:nvSpPr>
        <p:spPr>
          <a:xfrm>
            <a:off x="4873627" y="3034778"/>
            <a:ext cx="2515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/>
              <a:t>4-D?</a:t>
            </a:r>
          </a:p>
        </p:txBody>
      </p:sp>
      <p:pic>
        <p:nvPicPr>
          <p:cNvPr id="6" name="Graphic 5" descr="Watch with solid fill">
            <a:extLst>
              <a:ext uri="{FF2B5EF4-FFF2-40B4-BE49-F238E27FC236}">
                <a16:creationId xmlns:a16="http://schemas.microsoft.com/office/drawing/2014/main" id="{8EA36ED3-2F5F-6FD9-43D0-EEA79502A3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50400" y="3097260"/>
            <a:ext cx="1219200" cy="1219200"/>
          </a:xfrm>
          <a:prstGeom prst="rect">
            <a:avLst/>
          </a:prstGeom>
        </p:spPr>
      </p:pic>
      <p:pic>
        <p:nvPicPr>
          <p:cNvPr id="8" name="Graphic 7" descr="Watch with solid fill">
            <a:extLst>
              <a:ext uri="{FF2B5EF4-FFF2-40B4-BE49-F238E27FC236}">
                <a16:creationId xmlns:a16="http://schemas.microsoft.com/office/drawing/2014/main" id="{DD4F8792-17F4-5C70-F142-E280EF6747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22400" y="3097260"/>
            <a:ext cx="1219200" cy="1219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C5F614-8935-769F-579B-2E4A68886273}"/>
              </a:ext>
            </a:extLst>
          </p:cNvPr>
          <p:cNvSpPr txBox="1"/>
          <p:nvPr/>
        </p:nvSpPr>
        <p:spPr>
          <a:xfrm>
            <a:off x="-159411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44909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itle 1">
            <a:extLst>
              <a:ext uri="{FF2B5EF4-FFF2-40B4-BE49-F238E27FC236}">
                <a16:creationId xmlns:a16="http://schemas.microsoft.com/office/drawing/2014/main" id="{81EA06A8-B038-4FB5-DF8C-C68E67DC5587}"/>
              </a:ext>
            </a:extLst>
          </p:cNvPr>
          <p:cNvSpPr txBox="1">
            <a:spLocks/>
          </p:cNvSpPr>
          <p:nvPr/>
        </p:nvSpPr>
        <p:spPr>
          <a:xfrm>
            <a:off x="1093351" y="254089"/>
            <a:ext cx="10272000" cy="16601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Dimensionality reduction algorithms (“clustering”)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56840E6-BF49-4F69-D38C-A5769516BD3B}"/>
              </a:ext>
            </a:extLst>
          </p:cNvPr>
          <p:cNvGraphicFramePr/>
          <p:nvPr/>
        </p:nvGraphicFramePr>
        <p:xfrm>
          <a:off x="4821649" y="6258800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E15FCB2-25A4-08BD-18F0-5C7B87F07F51}"/>
              </a:ext>
            </a:extLst>
          </p:cNvPr>
          <p:cNvSpPr txBox="1"/>
          <p:nvPr/>
        </p:nvSpPr>
        <p:spPr>
          <a:xfrm>
            <a:off x="5448300" y="5634783"/>
            <a:ext cx="12954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/>
              <a:t>PCA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D9FAF-702C-CCE9-285F-F199228A07D0}"/>
              </a:ext>
            </a:extLst>
          </p:cNvPr>
          <p:cNvSpPr txBox="1"/>
          <p:nvPr/>
        </p:nvSpPr>
        <p:spPr>
          <a:xfrm>
            <a:off x="671740" y="3429001"/>
            <a:ext cx="1416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t-SNE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47896D-504A-D8F9-2068-E849BF05AF1B}"/>
              </a:ext>
            </a:extLst>
          </p:cNvPr>
          <p:cNvSpPr txBox="1"/>
          <p:nvPr/>
        </p:nvSpPr>
        <p:spPr>
          <a:xfrm>
            <a:off x="10883898" y="3429000"/>
            <a:ext cx="1689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UMAP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8D005C0-493C-B142-1EF0-D2AF4D38C7F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4944" y="2120916"/>
            <a:ext cx="4813071" cy="396124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D08687E-B61B-0C2B-8B9F-5DECD04AC5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34697" y="1783215"/>
            <a:ext cx="2171700" cy="17768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9A080F-06B3-462C-37C4-2DDE4F9BBC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0199" y="1914275"/>
            <a:ext cx="1952800" cy="17054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EDA987D-15D9-5C0C-4143-9603AB722494}"/>
              </a:ext>
            </a:extLst>
          </p:cNvPr>
          <p:cNvSpPr txBox="1"/>
          <p:nvPr/>
        </p:nvSpPr>
        <p:spPr>
          <a:xfrm>
            <a:off x="460517" y="4377943"/>
            <a:ext cx="3254548" cy="156966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2"/>
                </a:solidFill>
              </a:rPr>
              <a:t>Pros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2"/>
                </a:solidFill>
              </a:rPr>
              <a:t>Simple linear method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2"/>
                </a:solidFill>
              </a:rPr>
              <a:t>Retains variance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2E92AE-2DC3-F87D-1CAF-DADE97FF260D}"/>
              </a:ext>
            </a:extLst>
          </p:cNvPr>
          <p:cNvSpPr txBox="1"/>
          <p:nvPr/>
        </p:nvSpPr>
        <p:spPr>
          <a:xfrm>
            <a:off x="8850116" y="4227843"/>
            <a:ext cx="2980160" cy="1938992"/>
          </a:xfrm>
          <a:prstGeom prst="rect">
            <a:avLst/>
          </a:prstGeom>
          <a:solidFill>
            <a:schemeClr val="bg2"/>
          </a:solidFill>
          <a:ln w="19050">
            <a:solidFill>
              <a:srgbClr val="80002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Cons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C00000"/>
                </a:solidFill>
              </a:rPr>
              <a:t>Not apt for non-linear data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C00000"/>
                </a:solidFill>
              </a:rPr>
              <a:t>Subject to information loss</a:t>
            </a:r>
          </a:p>
        </p:txBody>
      </p:sp>
      <p:sp>
        <p:nvSpPr>
          <p:cNvPr id="25" name="Merge 24">
            <a:extLst>
              <a:ext uri="{FF2B5EF4-FFF2-40B4-BE49-F238E27FC236}">
                <a16:creationId xmlns:a16="http://schemas.microsoft.com/office/drawing/2014/main" id="{CEC46A5D-8061-F1E0-7CDC-9D5EA9781C25}"/>
              </a:ext>
            </a:extLst>
          </p:cNvPr>
          <p:cNvSpPr/>
          <p:nvPr/>
        </p:nvSpPr>
        <p:spPr>
          <a:xfrm>
            <a:off x="7233795" y="6181766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883DB-AA2D-6838-31A4-C13679000980}"/>
              </a:ext>
            </a:extLst>
          </p:cNvPr>
          <p:cNvSpPr txBox="1"/>
          <p:nvPr/>
        </p:nvSpPr>
        <p:spPr>
          <a:xfrm>
            <a:off x="-159411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>
          <a:extLst>
            <a:ext uri="{FF2B5EF4-FFF2-40B4-BE49-F238E27FC236}">
              <a16:creationId xmlns:a16="http://schemas.microsoft.com/office/drawing/2014/main" id="{6C102405-D765-7E23-30EA-049ECBDE9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itle 1">
            <a:extLst>
              <a:ext uri="{FF2B5EF4-FFF2-40B4-BE49-F238E27FC236}">
                <a16:creationId xmlns:a16="http://schemas.microsoft.com/office/drawing/2014/main" id="{9BA28FF7-48E5-1EC7-2C79-A44EC3514275}"/>
              </a:ext>
            </a:extLst>
          </p:cNvPr>
          <p:cNvSpPr txBox="1">
            <a:spLocks/>
          </p:cNvSpPr>
          <p:nvPr/>
        </p:nvSpPr>
        <p:spPr>
          <a:xfrm>
            <a:off x="1093351" y="254089"/>
            <a:ext cx="10272000" cy="16601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Dimensionality reduction algorithms (“clustering”)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8751E7C-ADBA-CEDC-1A26-9C6AFAACB9F4}"/>
              </a:ext>
            </a:extLst>
          </p:cNvPr>
          <p:cNvGraphicFramePr/>
          <p:nvPr/>
        </p:nvGraphicFramePr>
        <p:xfrm>
          <a:off x="4821649" y="6258800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F46139F-7611-B1C4-D5DF-2DA13A839AE4}"/>
              </a:ext>
            </a:extLst>
          </p:cNvPr>
          <p:cNvSpPr txBox="1"/>
          <p:nvPr/>
        </p:nvSpPr>
        <p:spPr>
          <a:xfrm>
            <a:off x="5435464" y="5379545"/>
            <a:ext cx="17526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/>
              <a:t>t-SNE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20421F-E2D1-DDEC-D342-F25FBF2289EA}"/>
              </a:ext>
            </a:extLst>
          </p:cNvPr>
          <p:cNvSpPr txBox="1"/>
          <p:nvPr/>
        </p:nvSpPr>
        <p:spPr>
          <a:xfrm>
            <a:off x="671740" y="3429001"/>
            <a:ext cx="1416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UMAP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08AA53-07DF-1403-68B4-BA21E0FD2D0C}"/>
              </a:ext>
            </a:extLst>
          </p:cNvPr>
          <p:cNvSpPr txBox="1"/>
          <p:nvPr/>
        </p:nvSpPr>
        <p:spPr>
          <a:xfrm>
            <a:off x="10883898" y="3429000"/>
            <a:ext cx="1689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PCA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963E000-5CA2-7373-8AC7-A5C8E364A3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2520" y="2016024"/>
            <a:ext cx="2017193" cy="166018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B7FAE9-4734-9182-E2F4-FBB8AF0134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6320"/>
              </p:ext>
            </p:extLst>
          </p:nvPr>
        </p:nvGraphicFramePr>
        <p:xfrm>
          <a:off x="4576116" y="2328628"/>
          <a:ext cx="2847712" cy="2689184"/>
        </p:xfrm>
        <a:graphic>
          <a:graphicData uri="http://schemas.openxmlformats.org/drawingml/2006/table">
            <a:tbl>
              <a:tblPr firstRow="1" bandRow="1"/>
              <a:tblGrid>
                <a:gridCol w="711928">
                  <a:extLst>
                    <a:ext uri="{9D8B030D-6E8A-4147-A177-3AD203B41FA5}">
                      <a16:colId xmlns:a16="http://schemas.microsoft.com/office/drawing/2014/main" val="569517588"/>
                    </a:ext>
                  </a:extLst>
                </a:gridCol>
                <a:gridCol w="711928">
                  <a:extLst>
                    <a:ext uri="{9D8B030D-6E8A-4147-A177-3AD203B41FA5}">
                      <a16:colId xmlns:a16="http://schemas.microsoft.com/office/drawing/2014/main" val="4218941020"/>
                    </a:ext>
                  </a:extLst>
                </a:gridCol>
                <a:gridCol w="711928">
                  <a:extLst>
                    <a:ext uri="{9D8B030D-6E8A-4147-A177-3AD203B41FA5}">
                      <a16:colId xmlns:a16="http://schemas.microsoft.com/office/drawing/2014/main" val="2880516475"/>
                    </a:ext>
                  </a:extLst>
                </a:gridCol>
                <a:gridCol w="711928">
                  <a:extLst>
                    <a:ext uri="{9D8B030D-6E8A-4147-A177-3AD203B41FA5}">
                      <a16:colId xmlns:a16="http://schemas.microsoft.com/office/drawing/2014/main" val="196013669"/>
                    </a:ext>
                  </a:extLst>
                </a:gridCol>
              </a:tblGrid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127583518"/>
                  </a:ext>
                </a:extLst>
              </a:tr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615756621"/>
                  </a:ext>
                </a:extLst>
              </a:tr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R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0907721"/>
                  </a:ext>
                </a:extLst>
              </a:tr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177301908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96AA702D-E636-8AAE-98F4-03044D478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86002" y="1688488"/>
            <a:ext cx="5450944" cy="36910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5C3B8A-5FF1-FFA5-C36B-B54A947B2C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604" y="1928692"/>
            <a:ext cx="1952800" cy="17054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E06427D-0766-FF59-724D-A88EB894E8A6}"/>
              </a:ext>
            </a:extLst>
          </p:cNvPr>
          <p:cNvSpPr txBox="1"/>
          <p:nvPr/>
        </p:nvSpPr>
        <p:spPr>
          <a:xfrm>
            <a:off x="218794" y="4411708"/>
            <a:ext cx="4096117" cy="193899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2"/>
                </a:solidFill>
              </a:rPr>
              <a:t>Pros</a:t>
            </a:r>
          </a:p>
          <a:p>
            <a:pPr marL="380990" indent="-380990" algn="ctr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2"/>
                </a:solidFill>
              </a:rPr>
              <a:t>Excellent at local structure</a:t>
            </a:r>
          </a:p>
          <a:p>
            <a:pPr marL="380990" indent="-380990" algn="ctr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2"/>
                </a:solidFill>
              </a:rPr>
              <a:t>Uses t-distribution for spacing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05320C-594B-8AFC-61E3-9D5AC7C40CD9}"/>
              </a:ext>
            </a:extLst>
          </p:cNvPr>
          <p:cNvSpPr txBox="1"/>
          <p:nvPr/>
        </p:nvSpPr>
        <p:spPr>
          <a:xfrm>
            <a:off x="7854517" y="4377943"/>
            <a:ext cx="4096115" cy="2308324"/>
          </a:xfrm>
          <a:prstGeom prst="rect">
            <a:avLst/>
          </a:prstGeom>
          <a:solidFill>
            <a:schemeClr val="bg2"/>
          </a:solidFill>
          <a:ln w="19050">
            <a:solidFill>
              <a:srgbClr val="80002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Cons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C00000"/>
                </a:solidFill>
              </a:rPr>
              <a:t>Computationally expensive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C00000"/>
                </a:solidFill>
              </a:rPr>
              <a:t>Does not accurately represent global structure of data</a:t>
            </a:r>
          </a:p>
        </p:txBody>
      </p:sp>
      <p:sp>
        <p:nvSpPr>
          <p:cNvPr id="8" name="Merge 7">
            <a:extLst>
              <a:ext uri="{FF2B5EF4-FFF2-40B4-BE49-F238E27FC236}">
                <a16:creationId xmlns:a16="http://schemas.microsoft.com/office/drawing/2014/main" id="{1EE8702C-96F1-A4A3-EB9C-DB7387AE2DE0}"/>
              </a:ext>
            </a:extLst>
          </p:cNvPr>
          <p:cNvSpPr/>
          <p:nvPr/>
        </p:nvSpPr>
        <p:spPr>
          <a:xfrm>
            <a:off x="7239001" y="6201879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786666-80FB-F2AA-0189-40973FBDFF84}"/>
              </a:ext>
            </a:extLst>
          </p:cNvPr>
          <p:cNvSpPr txBox="1"/>
          <p:nvPr/>
        </p:nvSpPr>
        <p:spPr>
          <a:xfrm>
            <a:off x="-159411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852618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>
          <a:extLst>
            <a:ext uri="{FF2B5EF4-FFF2-40B4-BE49-F238E27FC236}">
              <a16:creationId xmlns:a16="http://schemas.microsoft.com/office/drawing/2014/main" id="{42BCAC3D-F3D3-8284-8B81-AC7D8256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Title 1">
            <a:extLst>
              <a:ext uri="{FF2B5EF4-FFF2-40B4-BE49-F238E27FC236}">
                <a16:creationId xmlns:a16="http://schemas.microsoft.com/office/drawing/2014/main" id="{E8C7507A-A083-CBD3-EAC3-25B97A5BC334}"/>
              </a:ext>
            </a:extLst>
          </p:cNvPr>
          <p:cNvSpPr txBox="1">
            <a:spLocks/>
          </p:cNvSpPr>
          <p:nvPr/>
        </p:nvSpPr>
        <p:spPr>
          <a:xfrm>
            <a:off x="1093351" y="254089"/>
            <a:ext cx="10272000" cy="1660185"/>
          </a:xfrm>
          <a:prstGeom prst="rect">
            <a:avLst/>
          </a:prstGeom>
          <a:ln>
            <a:noFill/>
          </a:ln>
          <a:effectLst>
            <a:glow rad="101600">
              <a:schemeClr val="bg1">
                <a:lumMod val="10000"/>
                <a:alpha val="60000"/>
              </a:schemeClr>
            </a:glow>
          </a:effectLst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en-US" sz="4400">
                <a:ln w="19050">
                  <a:solidFill>
                    <a:schemeClr val="bg2">
                      <a:lumMod val="10000"/>
                    </a:schemeClr>
                  </a:solidFill>
                </a:ln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Dimensionality reduction algorithms (“clustering”)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45C8B3F-92D5-D796-4C2E-72557C88D067}"/>
              </a:ext>
            </a:extLst>
          </p:cNvPr>
          <p:cNvGraphicFramePr/>
          <p:nvPr/>
        </p:nvGraphicFramePr>
        <p:xfrm>
          <a:off x="4821649" y="6258800"/>
          <a:ext cx="7198903" cy="599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2917493-FD7C-68D0-7F76-32864DDCD2DD}"/>
              </a:ext>
            </a:extLst>
          </p:cNvPr>
          <p:cNvSpPr txBox="1"/>
          <p:nvPr/>
        </p:nvSpPr>
        <p:spPr>
          <a:xfrm>
            <a:off x="5345937" y="5364849"/>
            <a:ext cx="1752601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/>
              <a:t>UMAP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756FC1-A7C8-34A4-9397-625D1ADBC3BF}"/>
              </a:ext>
            </a:extLst>
          </p:cNvPr>
          <p:cNvSpPr txBox="1"/>
          <p:nvPr/>
        </p:nvSpPr>
        <p:spPr>
          <a:xfrm>
            <a:off x="885580" y="3405401"/>
            <a:ext cx="1416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PCA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8B3A2E-4E7E-8086-697C-D937E703308A}"/>
              </a:ext>
            </a:extLst>
          </p:cNvPr>
          <p:cNvSpPr txBox="1"/>
          <p:nvPr/>
        </p:nvSpPr>
        <p:spPr>
          <a:xfrm>
            <a:off x="10680698" y="3456558"/>
            <a:ext cx="16891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t-SNE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FA4F7-E6FF-2C69-551A-C5B7D3C40A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12" y="2101250"/>
            <a:ext cx="2017193" cy="153293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9A6F67-8FDE-A12D-FC71-E29AD1E78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544258"/>
              </p:ext>
            </p:extLst>
          </p:nvPr>
        </p:nvGraphicFramePr>
        <p:xfrm>
          <a:off x="4586540" y="2399328"/>
          <a:ext cx="2847712" cy="2689184"/>
        </p:xfrm>
        <a:graphic>
          <a:graphicData uri="http://schemas.openxmlformats.org/drawingml/2006/table">
            <a:tbl>
              <a:tblPr firstRow="1" bandRow="1"/>
              <a:tblGrid>
                <a:gridCol w="637315">
                  <a:extLst>
                    <a:ext uri="{9D8B030D-6E8A-4147-A177-3AD203B41FA5}">
                      <a16:colId xmlns:a16="http://schemas.microsoft.com/office/drawing/2014/main" val="569517588"/>
                    </a:ext>
                  </a:extLst>
                </a:gridCol>
                <a:gridCol w="786541">
                  <a:extLst>
                    <a:ext uri="{9D8B030D-6E8A-4147-A177-3AD203B41FA5}">
                      <a16:colId xmlns:a16="http://schemas.microsoft.com/office/drawing/2014/main" val="4218941020"/>
                    </a:ext>
                  </a:extLst>
                </a:gridCol>
                <a:gridCol w="711928">
                  <a:extLst>
                    <a:ext uri="{9D8B030D-6E8A-4147-A177-3AD203B41FA5}">
                      <a16:colId xmlns:a16="http://schemas.microsoft.com/office/drawing/2014/main" val="2880516475"/>
                    </a:ext>
                  </a:extLst>
                </a:gridCol>
                <a:gridCol w="711928">
                  <a:extLst>
                    <a:ext uri="{9D8B030D-6E8A-4147-A177-3AD203B41FA5}">
                      <a16:colId xmlns:a16="http://schemas.microsoft.com/office/drawing/2014/main" val="196013669"/>
                    </a:ext>
                  </a:extLst>
                </a:gridCol>
              </a:tblGrid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127583518"/>
                  </a:ext>
                </a:extLst>
              </a:tr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B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615756621"/>
                  </a:ext>
                </a:extLst>
              </a:tr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R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0907721"/>
                  </a:ext>
                </a:extLst>
              </a:tr>
              <a:tr h="672296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>
                    <a:lnT w="12700" cap="flat" cmpd="sng" algn="ctr">
                      <a:solidFill>
                        <a:schemeClr val="accent6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1">
                            <a:lumMod val="90000"/>
                          </a:schemeClr>
                        </a:solidFill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177301908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F3E2D68F-F404-5308-6B3A-CFAF47D987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58847" y="2043015"/>
            <a:ext cx="2314984" cy="15675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9CA7B5-2838-272B-0B68-C99CE12BADD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0702" y="1847476"/>
            <a:ext cx="5418145" cy="40391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8372071-CA9F-5F79-A841-AFEC54B7E7CF}"/>
              </a:ext>
            </a:extLst>
          </p:cNvPr>
          <p:cNvSpPr txBox="1"/>
          <p:nvPr/>
        </p:nvSpPr>
        <p:spPr>
          <a:xfrm>
            <a:off x="479212" y="4441519"/>
            <a:ext cx="3564779" cy="1938992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chemeClr val="accent2"/>
                </a:solidFill>
              </a:rPr>
              <a:t>Pros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2"/>
                </a:solidFill>
              </a:rPr>
              <a:t>Retains global and local structure well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accent2"/>
                </a:solidFill>
              </a:rPr>
              <a:t>Computationally efficient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7470A9-C97D-C45C-8CA5-8A0589F9037C}"/>
              </a:ext>
            </a:extLst>
          </p:cNvPr>
          <p:cNvSpPr txBox="1"/>
          <p:nvPr/>
        </p:nvSpPr>
        <p:spPr>
          <a:xfrm>
            <a:off x="8632318" y="4466112"/>
            <a:ext cx="3254548" cy="1938992"/>
          </a:xfrm>
          <a:prstGeom prst="rect">
            <a:avLst/>
          </a:prstGeom>
          <a:solidFill>
            <a:schemeClr val="bg2"/>
          </a:solidFill>
          <a:ln w="19050">
            <a:solidFill>
              <a:srgbClr val="80002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C00000"/>
                </a:solidFill>
              </a:rPr>
              <a:t>Cons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C00000"/>
                </a:solidFill>
              </a:rPr>
              <a:t>Sensitive to outliers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rgbClr val="C00000"/>
                </a:solidFill>
              </a:rPr>
              <a:t>Hyperparameters need fine tuning</a:t>
            </a:r>
          </a:p>
        </p:txBody>
      </p:sp>
      <p:sp>
        <p:nvSpPr>
          <p:cNvPr id="8" name="Merge 7">
            <a:extLst>
              <a:ext uri="{FF2B5EF4-FFF2-40B4-BE49-F238E27FC236}">
                <a16:creationId xmlns:a16="http://schemas.microsoft.com/office/drawing/2014/main" id="{AAD16637-5CF3-18D2-05A5-1285DA08AC7D}"/>
              </a:ext>
            </a:extLst>
          </p:cNvPr>
          <p:cNvSpPr/>
          <p:nvPr/>
        </p:nvSpPr>
        <p:spPr>
          <a:xfrm>
            <a:off x="7261674" y="6185839"/>
            <a:ext cx="155255" cy="113839"/>
          </a:xfrm>
          <a:prstGeom prst="flowChartMerg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F3DD3-3DC7-43D3-F6AF-58F7CEE217FE}"/>
              </a:ext>
            </a:extLst>
          </p:cNvPr>
          <p:cNvSpPr txBox="1"/>
          <p:nvPr/>
        </p:nvSpPr>
        <p:spPr>
          <a:xfrm>
            <a:off x="-159411" y="6447631"/>
            <a:ext cx="661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976196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5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244</Words>
  <Application>Microsoft Macintosh PowerPoint</Application>
  <PresentationFormat>Widescreen</PresentationFormat>
  <Paragraphs>121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Questrial</vt:lpstr>
      <vt:lpstr>Office Theme</vt:lpstr>
      <vt:lpstr>PowerPoint Presentation</vt:lpstr>
      <vt:lpstr>Aim 2: Identify features of interest through bioinformatic clustering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Bevelander, Breanne</dc:creator>
  <cp:lastModifiedBy>Bevelander, Breanne</cp:lastModifiedBy>
  <cp:revision>1</cp:revision>
  <dcterms:created xsi:type="dcterms:W3CDTF">2025-11-02T18:50:44Z</dcterms:created>
  <dcterms:modified xsi:type="dcterms:W3CDTF">2025-11-02T18:54:20Z</dcterms:modified>
</cp:coreProperties>
</file>